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8"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5039A6-F36D-40EC-9C40-978F7891C0D3}" v="2" dt="2026-07-23T09:22:50.497"/>
    <p1510:client id="{99BAD0F8-86B1-4B0E-B507-B635FB6532E1}" v="1" dt="2026-07-24T04:49:31.7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96" autoAdjust="0"/>
    <p:restoredTop sz="94610"/>
  </p:normalViewPr>
  <p:slideViewPr>
    <p:cSldViewPr snapToGrid="0" snapToObjects="1">
      <p:cViewPr>
        <p:scale>
          <a:sx n="75" d="100"/>
          <a:sy n="75" d="100"/>
        </p:scale>
        <p:origin x="74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ter Institutional Inclusive  Innovations Center" userId="8f0f2a58-4f3c-47a5-9304-113b24e1e584" providerId="ADAL" clId="{7C429524-839A-4DDC-9EAA-B9B6CA7C8F65}"/>
    <pc:docChg chg="undo custSel modSld addMainMaster delMainMaster modMainMaster">
      <pc:chgData name="Inter Institutional Inclusive  Innovations Center" userId="8f0f2a58-4f3c-47a5-9304-113b24e1e584" providerId="ADAL" clId="{7C429524-839A-4DDC-9EAA-B9B6CA7C8F65}" dt="2026-07-24T04:52:03.139" v="215" actId="20577"/>
      <pc:docMkLst>
        <pc:docMk/>
      </pc:docMkLst>
      <pc:sldChg chg="addSp delSp modSp mod">
        <pc:chgData name="Inter Institutional Inclusive  Innovations Center" userId="8f0f2a58-4f3c-47a5-9304-113b24e1e584" providerId="ADAL" clId="{7C429524-839A-4DDC-9EAA-B9B6CA7C8F65}" dt="2026-07-24T04:52:03.139" v="215" actId="20577"/>
        <pc:sldMkLst>
          <pc:docMk/>
          <pc:sldMk cId="0" sldId="256"/>
        </pc:sldMkLst>
        <pc:spChg chg="mod">
          <ac:chgData name="Inter Institutional Inclusive  Innovations Center" userId="8f0f2a58-4f3c-47a5-9304-113b24e1e584" providerId="ADAL" clId="{7C429524-839A-4DDC-9EAA-B9B6CA7C8F65}" dt="2026-07-24T04:52:03.139" v="215" actId="20577"/>
          <ac:spMkLst>
            <pc:docMk/>
            <pc:sldMk cId="0" sldId="256"/>
            <ac:spMk id="12" creationId="{00000000-0000-0000-0000-000000000000}"/>
          </ac:spMkLst>
        </pc:spChg>
        <pc:picChg chg="del">
          <ac:chgData name="Inter Institutional Inclusive  Innovations Center" userId="8f0f2a58-4f3c-47a5-9304-113b24e1e584" providerId="ADAL" clId="{7C429524-839A-4DDC-9EAA-B9B6CA7C8F65}" dt="2026-07-23T09:21:19.958" v="117" actId="478"/>
          <ac:picMkLst>
            <pc:docMk/>
            <pc:sldMk cId="0" sldId="256"/>
            <ac:picMk id="5" creationId="{00000000-0000-0000-0000-000000000000}"/>
          </ac:picMkLst>
        </pc:picChg>
        <pc:picChg chg="add mod">
          <ac:chgData name="Inter Institutional Inclusive  Innovations Center" userId="8f0f2a58-4f3c-47a5-9304-113b24e1e584" providerId="ADAL" clId="{7C429524-839A-4DDC-9EAA-B9B6CA7C8F65}" dt="2026-07-24T04:49:50.859" v="169" actId="1076"/>
          <ac:picMkLst>
            <pc:docMk/>
            <pc:sldMk cId="0" sldId="256"/>
            <ac:picMk id="5" creationId="{8BB4234F-3583-BFF9-C279-17614D0CF451}"/>
          </ac:picMkLst>
        </pc:picChg>
        <pc:picChg chg="del">
          <ac:chgData name="Inter Institutional Inclusive  Innovations Center" userId="8f0f2a58-4f3c-47a5-9304-113b24e1e584" providerId="ADAL" clId="{7C429524-839A-4DDC-9EAA-B9B6CA7C8F65}" dt="2026-07-24T04:49:34.965" v="164" actId="478"/>
          <ac:picMkLst>
            <pc:docMk/>
            <pc:sldMk cId="0" sldId="256"/>
            <ac:picMk id="6" creationId="{00000000-0000-0000-0000-000000000000}"/>
          </ac:picMkLst>
        </pc:picChg>
        <pc:picChg chg="add del mod">
          <ac:chgData name="Inter Institutional Inclusive  Innovations Center" userId="8f0f2a58-4f3c-47a5-9304-113b24e1e584" providerId="ADAL" clId="{7C429524-839A-4DDC-9EAA-B9B6CA7C8F65}" dt="2026-07-24T04:48:56.841" v="162" actId="478"/>
          <ac:picMkLst>
            <pc:docMk/>
            <pc:sldMk cId="0" sldId="256"/>
            <ac:picMk id="21" creationId="{39800F03-85D7-C539-AC1F-E617F255427D}"/>
          </ac:picMkLst>
        </pc:picChg>
        <pc:picChg chg="del">
          <ac:chgData name="Inter Institutional Inclusive  Innovations Center" userId="8f0f2a58-4f3c-47a5-9304-113b24e1e584" providerId="ADAL" clId="{7C429524-839A-4DDC-9EAA-B9B6CA7C8F65}" dt="2026-07-23T09:21:18.033" v="116" actId="478"/>
          <ac:picMkLst>
            <pc:docMk/>
            <pc:sldMk cId="0" sldId="256"/>
            <ac:picMk id="24" creationId="{49E19F6C-7A17-044F-4D35-5AE5900A8840}"/>
          </ac:picMkLst>
        </pc:picChg>
      </pc:sldChg>
      <pc:sldChg chg="addSp delSp modSp mod">
        <pc:chgData name="Inter Institutional Inclusive  Innovations Center" userId="8f0f2a58-4f3c-47a5-9304-113b24e1e584" providerId="ADAL" clId="{7C429524-839A-4DDC-9EAA-B9B6CA7C8F65}" dt="2026-07-24T04:50:03.416" v="173" actId="1076"/>
        <pc:sldMkLst>
          <pc:docMk/>
          <pc:sldMk cId="0" sldId="257"/>
        </pc:sldMkLst>
        <pc:spChg chg="del">
          <ac:chgData name="Inter Institutional Inclusive  Innovations Center" userId="8f0f2a58-4f3c-47a5-9304-113b24e1e584" providerId="ADAL" clId="{7C429524-839A-4DDC-9EAA-B9B6CA7C8F65}" dt="2026-07-23T09:23:50.752" v="142" actId="478"/>
          <ac:spMkLst>
            <pc:docMk/>
            <pc:sldMk cId="0" sldId="257"/>
            <ac:spMk id="4" creationId="{00000000-0000-0000-0000-000000000000}"/>
          </ac:spMkLst>
        </pc:spChg>
        <pc:spChg chg="add mod">
          <ac:chgData name="Inter Institutional Inclusive  Innovations Center" userId="8f0f2a58-4f3c-47a5-9304-113b24e1e584" providerId="ADAL" clId="{7C429524-839A-4DDC-9EAA-B9B6CA7C8F65}" dt="2026-07-23T09:23:55" v="144" actId="1076"/>
          <ac:spMkLst>
            <pc:docMk/>
            <pc:sldMk cId="0" sldId="257"/>
            <ac:spMk id="70" creationId="{780937B3-EB04-4CBA-C636-AF115BC1E358}"/>
          </ac:spMkLst>
        </pc:spChg>
        <pc:picChg chg="del">
          <ac:chgData name="Inter Institutional Inclusive  Innovations Center" userId="8f0f2a58-4f3c-47a5-9304-113b24e1e584" providerId="ADAL" clId="{7C429524-839A-4DDC-9EAA-B9B6CA7C8F65}" dt="2026-07-23T09:21:34.301" v="122" actId="478"/>
          <ac:picMkLst>
            <pc:docMk/>
            <pc:sldMk cId="0" sldId="257"/>
            <ac:picMk id="5" creationId="{00000000-0000-0000-0000-000000000000}"/>
          </ac:picMkLst>
        </pc:picChg>
        <pc:picChg chg="add mod">
          <ac:chgData name="Inter Institutional Inclusive  Innovations Center" userId="8f0f2a58-4f3c-47a5-9304-113b24e1e584" providerId="ADAL" clId="{7C429524-839A-4DDC-9EAA-B9B6CA7C8F65}" dt="2026-07-24T04:50:03.416" v="173" actId="1076"/>
          <ac:picMkLst>
            <pc:docMk/>
            <pc:sldMk cId="0" sldId="257"/>
            <ac:picMk id="5" creationId="{5F67FE6B-8CE4-2744-DE3C-E456350E62E4}"/>
          </ac:picMkLst>
        </pc:picChg>
        <pc:picChg chg="add del">
          <ac:chgData name="Inter Institutional Inclusive  Innovations Center" userId="8f0f2a58-4f3c-47a5-9304-113b24e1e584" providerId="ADAL" clId="{7C429524-839A-4DDC-9EAA-B9B6CA7C8F65}" dt="2026-07-23T09:23:50.752" v="142" actId="478"/>
          <ac:picMkLst>
            <pc:docMk/>
            <pc:sldMk cId="0" sldId="257"/>
            <ac:picMk id="6" creationId="{00000000-0000-0000-0000-000000000000}"/>
          </ac:picMkLst>
        </pc:picChg>
        <pc:picChg chg="del">
          <ac:chgData name="Inter Institutional Inclusive  Innovations Center" userId="8f0f2a58-4f3c-47a5-9304-113b24e1e584" providerId="ADAL" clId="{7C429524-839A-4DDC-9EAA-B9B6CA7C8F65}" dt="2026-07-23T09:21:36.011" v="123" actId="478"/>
          <ac:picMkLst>
            <pc:docMk/>
            <pc:sldMk cId="0" sldId="257"/>
            <ac:picMk id="67" creationId="{C1D8EFAA-60C4-F885-3CF5-29E5275B8458}"/>
          </ac:picMkLst>
        </pc:picChg>
        <pc:picChg chg="add del mod">
          <ac:chgData name="Inter Institutional Inclusive  Innovations Center" userId="8f0f2a58-4f3c-47a5-9304-113b24e1e584" providerId="ADAL" clId="{7C429524-839A-4DDC-9EAA-B9B6CA7C8F65}" dt="2026-07-23T09:23:50.752" v="142" actId="478"/>
          <ac:picMkLst>
            <pc:docMk/>
            <pc:sldMk cId="0" sldId="257"/>
            <ac:picMk id="68" creationId="{923CF78D-2057-EB74-919F-879D8B37DC53}"/>
          </ac:picMkLst>
        </pc:picChg>
        <pc:picChg chg="add del mod">
          <ac:chgData name="Inter Institutional Inclusive  Innovations Center" userId="8f0f2a58-4f3c-47a5-9304-113b24e1e584" providerId="ADAL" clId="{7C429524-839A-4DDC-9EAA-B9B6CA7C8F65}" dt="2026-07-24T04:49:59.267" v="171" actId="478"/>
          <ac:picMkLst>
            <pc:docMk/>
            <pc:sldMk cId="0" sldId="257"/>
            <ac:picMk id="72" creationId="{E669829C-7B29-A7D1-ED99-C5F19C5072C6}"/>
          </ac:picMkLst>
        </pc:picChg>
        <pc:picChg chg="add del mod">
          <ac:chgData name="Inter Institutional Inclusive  Innovations Center" userId="8f0f2a58-4f3c-47a5-9304-113b24e1e584" providerId="ADAL" clId="{7C429524-839A-4DDC-9EAA-B9B6CA7C8F65}" dt="2026-07-24T04:49:57.485" v="170" actId="478"/>
          <ac:picMkLst>
            <pc:docMk/>
            <pc:sldMk cId="0" sldId="257"/>
            <ac:picMk id="74" creationId="{BEAA2AA5-66C7-EAD6-3C1C-DA0576C000F0}"/>
          </ac:picMkLst>
        </pc:picChg>
      </pc:sldChg>
      <pc:sldChg chg="addSp delSp modSp mod">
        <pc:chgData name="Inter Institutional Inclusive  Innovations Center" userId="8f0f2a58-4f3c-47a5-9304-113b24e1e584" providerId="ADAL" clId="{7C429524-839A-4DDC-9EAA-B9B6CA7C8F65}" dt="2026-07-24T04:50:10.912" v="177" actId="1076"/>
        <pc:sldMkLst>
          <pc:docMk/>
          <pc:sldMk cId="0" sldId="258"/>
        </pc:sldMkLst>
        <pc:spChg chg="del">
          <ac:chgData name="Inter Institutional Inclusive  Innovations Center" userId="8f0f2a58-4f3c-47a5-9304-113b24e1e584" providerId="ADAL" clId="{7C429524-839A-4DDC-9EAA-B9B6CA7C8F65}" dt="2026-07-23T09:24:02.229" v="145" actId="478"/>
          <ac:spMkLst>
            <pc:docMk/>
            <pc:sldMk cId="0" sldId="258"/>
            <ac:spMk id="4" creationId="{00000000-0000-0000-0000-000000000000}"/>
          </ac:spMkLst>
        </pc:spChg>
        <pc:spChg chg="add mod">
          <ac:chgData name="Inter Institutional Inclusive  Innovations Center" userId="8f0f2a58-4f3c-47a5-9304-113b24e1e584" providerId="ADAL" clId="{7C429524-839A-4DDC-9EAA-B9B6CA7C8F65}" dt="2026-07-23T09:24:05.052" v="147" actId="1076"/>
          <ac:spMkLst>
            <pc:docMk/>
            <pc:sldMk cId="0" sldId="258"/>
            <ac:spMk id="22" creationId="{8B3789FB-4EC6-29BB-8AB4-B514BCE88A9C}"/>
          </ac:spMkLst>
        </pc:spChg>
        <pc:picChg chg="del">
          <ac:chgData name="Inter Institutional Inclusive  Innovations Center" userId="8f0f2a58-4f3c-47a5-9304-113b24e1e584" providerId="ADAL" clId="{7C429524-839A-4DDC-9EAA-B9B6CA7C8F65}" dt="2026-07-23T09:24:02.229" v="145" actId="478"/>
          <ac:picMkLst>
            <pc:docMk/>
            <pc:sldMk cId="0" sldId="258"/>
            <ac:picMk id="5" creationId="{00000000-0000-0000-0000-000000000000}"/>
          </ac:picMkLst>
        </pc:picChg>
        <pc:picChg chg="add mod">
          <ac:chgData name="Inter Institutional Inclusive  Innovations Center" userId="8f0f2a58-4f3c-47a5-9304-113b24e1e584" providerId="ADAL" clId="{7C429524-839A-4DDC-9EAA-B9B6CA7C8F65}" dt="2026-07-24T04:50:10.912" v="177" actId="1076"/>
          <ac:picMkLst>
            <pc:docMk/>
            <pc:sldMk cId="0" sldId="258"/>
            <ac:picMk id="5" creationId="{AFA5626A-1768-0BB6-2B3B-C29607998D96}"/>
          </ac:picMkLst>
        </pc:picChg>
        <pc:picChg chg="del">
          <ac:chgData name="Inter Institutional Inclusive  Innovations Center" userId="8f0f2a58-4f3c-47a5-9304-113b24e1e584" providerId="ADAL" clId="{7C429524-839A-4DDC-9EAA-B9B6CA7C8F65}" dt="2026-07-23T09:24:02.229" v="145" actId="478"/>
          <ac:picMkLst>
            <pc:docMk/>
            <pc:sldMk cId="0" sldId="258"/>
            <ac:picMk id="6" creationId="{00000000-0000-0000-0000-000000000000}"/>
          </ac:picMkLst>
        </pc:picChg>
        <pc:picChg chg="add del mod">
          <ac:chgData name="Inter Institutional Inclusive  Innovations Center" userId="8f0f2a58-4f3c-47a5-9304-113b24e1e584" providerId="ADAL" clId="{7C429524-839A-4DDC-9EAA-B9B6CA7C8F65}" dt="2026-07-24T04:50:08.485" v="175" actId="478"/>
          <ac:picMkLst>
            <pc:docMk/>
            <pc:sldMk cId="0" sldId="258"/>
            <ac:picMk id="24" creationId="{AE24B99B-8E01-F8B4-8ED1-D996CB7F0C99}"/>
          </ac:picMkLst>
        </pc:picChg>
        <pc:picChg chg="add del mod">
          <ac:chgData name="Inter Institutional Inclusive  Innovations Center" userId="8f0f2a58-4f3c-47a5-9304-113b24e1e584" providerId="ADAL" clId="{7C429524-839A-4DDC-9EAA-B9B6CA7C8F65}" dt="2026-07-24T04:50:06.767" v="174" actId="478"/>
          <ac:picMkLst>
            <pc:docMk/>
            <pc:sldMk cId="0" sldId="258"/>
            <ac:picMk id="26" creationId="{D2A8A9BE-1E15-DD99-FB54-E04C51A447DD}"/>
          </ac:picMkLst>
        </pc:picChg>
      </pc:sldChg>
      <pc:sldChg chg="addSp delSp modSp mod">
        <pc:chgData name="Inter Institutional Inclusive  Innovations Center" userId="8f0f2a58-4f3c-47a5-9304-113b24e1e584" providerId="ADAL" clId="{7C429524-839A-4DDC-9EAA-B9B6CA7C8F65}" dt="2026-07-24T04:50:18.005" v="181" actId="1076"/>
        <pc:sldMkLst>
          <pc:docMk/>
          <pc:sldMk cId="0" sldId="259"/>
        </pc:sldMkLst>
        <pc:spChg chg="add mod">
          <ac:chgData name="Inter Institutional Inclusive  Innovations Center" userId="8f0f2a58-4f3c-47a5-9304-113b24e1e584" providerId="ADAL" clId="{7C429524-839A-4DDC-9EAA-B9B6CA7C8F65}" dt="2026-07-23T09:24:11.057" v="149" actId="1076"/>
          <ac:spMkLst>
            <pc:docMk/>
            <pc:sldMk cId="0" sldId="259"/>
            <ac:spMk id="25" creationId="{82B7216B-04F1-E2CC-935F-9AA2CE5B9E43}"/>
          </ac:spMkLst>
        </pc:spChg>
        <pc:picChg chg="add mod">
          <ac:chgData name="Inter Institutional Inclusive  Innovations Center" userId="8f0f2a58-4f3c-47a5-9304-113b24e1e584" providerId="ADAL" clId="{7C429524-839A-4DDC-9EAA-B9B6CA7C8F65}" dt="2026-07-24T04:50:18.005" v="181" actId="1076"/>
          <ac:picMkLst>
            <pc:docMk/>
            <pc:sldMk cId="0" sldId="259"/>
            <ac:picMk id="26" creationId="{7743FE56-9400-E309-F93C-96E3C8B4AF82}"/>
          </ac:picMkLst>
        </pc:picChg>
        <pc:picChg chg="add del mod">
          <ac:chgData name="Inter Institutional Inclusive  Innovations Center" userId="8f0f2a58-4f3c-47a5-9304-113b24e1e584" providerId="ADAL" clId="{7C429524-839A-4DDC-9EAA-B9B6CA7C8F65}" dt="2026-07-24T04:50:15.027" v="179" actId="478"/>
          <ac:picMkLst>
            <pc:docMk/>
            <pc:sldMk cId="0" sldId="259"/>
            <ac:picMk id="27" creationId="{B357A1E6-99F0-E990-223D-B058F179008C}"/>
          </ac:picMkLst>
        </pc:picChg>
        <pc:picChg chg="add del mod">
          <ac:chgData name="Inter Institutional Inclusive  Innovations Center" userId="8f0f2a58-4f3c-47a5-9304-113b24e1e584" providerId="ADAL" clId="{7C429524-839A-4DDC-9EAA-B9B6CA7C8F65}" dt="2026-07-24T04:50:13.204" v="178" actId="478"/>
          <ac:picMkLst>
            <pc:docMk/>
            <pc:sldMk cId="0" sldId="259"/>
            <ac:picMk id="29" creationId="{9072229F-1CE5-750A-DBFD-9C4A88BAFE15}"/>
          </ac:picMkLst>
        </pc:picChg>
      </pc:sldChg>
      <pc:sldChg chg="addSp delSp modSp mod">
        <pc:chgData name="Inter Institutional Inclusive  Innovations Center" userId="8f0f2a58-4f3c-47a5-9304-113b24e1e584" providerId="ADAL" clId="{7C429524-839A-4DDC-9EAA-B9B6CA7C8F65}" dt="2026-07-24T04:50:28.242" v="186" actId="1076"/>
        <pc:sldMkLst>
          <pc:docMk/>
          <pc:sldMk cId="0" sldId="260"/>
        </pc:sldMkLst>
        <pc:spChg chg="add mod">
          <ac:chgData name="Inter Institutional Inclusive  Innovations Center" userId="8f0f2a58-4f3c-47a5-9304-113b24e1e584" providerId="ADAL" clId="{7C429524-839A-4DDC-9EAA-B9B6CA7C8F65}" dt="2026-07-23T09:24:18.395" v="151" actId="1076"/>
          <ac:spMkLst>
            <pc:docMk/>
            <pc:sldMk cId="0" sldId="260"/>
            <ac:spMk id="22" creationId="{50164B49-38DE-6195-0A8B-DC6EC6DA2457}"/>
          </ac:spMkLst>
        </pc:spChg>
        <pc:picChg chg="add mod">
          <ac:chgData name="Inter Institutional Inclusive  Innovations Center" userId="8f0f2a58-4f3c-47a5-9304-113b24e1e584" providerId="ADAL" clId="{7C429524-839A-4DDC-9EAA-B9B6CA7C8F65}" dt="2026-07-24T04:50:28.242" v="186" actId="1076"/>
          <ac:picMkLst>
            <pc:docMk/>
            <pc:sldMk cId="0" sldId="260"/>
            <ac:picMk id="23" creationId="{18A68BD0-3127-AC0B-80B4-CA2643B37A26}"/>
          </ac:picMkLst>
        </pc:picChg>
        <pc:picChg chg="add del mod">
          <ac:chgData name="Inter Institutional Inclusive  Innovations Center" userId="8f0f2a58-4f3c-47a5-9304-113b24e1e584" providerId="ADAL" clId="{7C429524-839A-4DDC-9EAA-B9B6CA7C8F65}" dt="2026-07-24T04:50:23.735" v="183" actId="478"/>
          <ac:picMkLst>
            <pc:docMk/>
            <pc:sldMk cId="0" sldId="260"/>
            <ac:picMk id="24" creationId="{3A18E54B-D9A5-D8F4-1F47-CC79C92D1FCB}"/>
          </ac:picMkLst>
        </pc:picChg>
        <pc:picChg chg="add del mod">
          <ac:chgData name="Inter Institutional Inclusive  Innovations Center" userId="8f0f2a58-4f3c-47a5-9304-113b24e1e584" providerId="ADAL" clId="{7C429524-839A-4DDC-9EAA-B9B6CA7C8F65}" dt="2026-07-24T04:50:21.102" v="182" actId="478"/>
          <ac:picMkLst>
            <pc:docMk/>
            <pc:sldMk cId="0" sldId="260"/>
            <ac:picMk id="26" creationId="{EFBAF213-417A-8EA4-B3CD-8E1992EDDC89}"/>
          </ac:picMkLst>
        </pc:picChg>
      </pc:sldChg>
      <pc:sldChg chg="addSp delSp modSp mod">
        <pc:chgData name="Inter Institutional Inclusive  Innovations Center" userId="8f0f2a58-4f3c-47a5-9304-113b24e1e584" providerId="ADAL" clId="{7C429524-839A-4DDC-9EAA-B9B6CA7C8F65}" dt="2026-07-24T04:50:35.583" v="190" actId="1076"/>
        <pc:sldMkLst>
          <pc:docMk/>
          <pc:sldMk cId="0" sldId="261"/>
        </pc:sldMkLst>
        <pc:spChg chg="add mod">
          <ac:chgData name="Inter Institutional Inclusive  Innovations Center" userId="8f0f2a58-4f3c-47a5-9304-113b24e1e584" providerId="ADAL" clId="{7C429524-839A-4DDC-9EAA-B9B6CA7C8F65}" dt="2026-07-23T09:24:23.028" v="153" actId="1076"/>
          <ac:spMkLst>
            <pc:docMk/>
            <pc:sldMk cId="0" sldId="261"/>
            <ac:spMk id="25" creationId="{BB3A3471-21A6-8A80-8399-32E98C63F186}"/>
          </ac:spMkLst>
        </pc:spChg>
        <pc:picChg chg="add mod">
          <ac:chgData name="Inter Institutional Inclusive  Innovations Center" userId="8f0f2a58-4f3c-47a5-9304-113b24e1e584" providerId="ADAL" clId="{7C429524-839A-4DDC-9EAA-B9B6CA7C8F65}" dt="2026-07-24T04:50:35.583" v="190" actId="1076"/>
          <ac:picMkLst>
            <pc:docMk/>
            <pc:sldMk cId="0" sldId="261"/>
            <ac:picMk id="26" creationId="{1ADA517E-8996-A444-E540-A2F9B8F98D2B}"/>
          </ac:picMkLst>
        </pc:picChg>
        <pc:picChg chg="add del mod">
          <ac:chgData name="Inter Institutional Inclusive  Innovations Center" userId="8f0f2a58-4f3c-47a5-9304-113b24e1e584" providerId="ADAL" clId="{7C429524-839A-4DDC-9EAA-B9B6CA7C8F65}" dt="2026-07-24T04:50:32.232" v="188" actId="478"/>
          <ac:picMkLst>
            <pc:docMk/>
            <pc:sldMk cId="0" sldId="261"/>
            <ac:picMk id="27" creationId="{D9C2C2E0-4D39-89DE-E3C8-3CF1DCD37520}"/>
          </ac:picMkLst>
        </pc:picChg>
        <pc:picChg chg="add del mod">
          <ac:chgData name="Inter Institutional Inclusive  Innovations Center" userId="8f0f2a58-4f3c-47a5-9304-113b24e1e584" providerId="ADAL" clId="{7C429524-839A-4DDC-9EAA-B9B6CA7C8F65}" dt="2026-07-24T04:50:30.421" v="187" actId="478"/>
          <ac:picMkLst>
            <pc:docMk/>
            <pc:sldMk cId="0" sldId="261"/>
            <ac:picMk id="29" creationId="{3BBCC248-868C-340C-0FAD-CA376B1FC8FE}"/>
          </ac:picMkLst>
        </pc:picChg>
      </pc:sldChg>
      <pc:sldChg chg="addSp delSp modSp mod">
        <pc:chgData name="Inter Institutional Inclusive  Innovations Center" userId="8f0f2a58-4f3c-47a5-9304-113b24e1e584" providerId="ADAL" clId="{7C429524-839A-4DDC-9EAA-B9B6CA7C8F65}" dt="2026-07-24T04:50:42.239" v="194" actId="1076"/>
        <pc:sldMkLst>
          <pc:docMk/>
          <pc:sldMk cId="0" sldId="262"/>
        </pc:sldMkLst>
        <pc:spChg chg="add mod">
          <ac:chgData name="Inter Institutional Inclusive  Innovations Center" userId="8f0f2a58-4f3c-47a5-9304-113b24e1e584" providerId="ADAL" clId="{7C429524-839A-4DDC-9EAA-B9B6CA7C8F65}" dt="2026-07-23T09:24:26.189" v="155" actId="1076"/>
          <ac:spMkLst>
            <pc:docMk/>
            <pc:sldMk cId="0" sldId="262"/>
            <ac:spMk id="27" creationId="{850BA2BE-D607-619F-6960-A71277019D3B}"/>
          </ac:spMkLst>
        </pc:spChg>
        <pc:picChg chg="add mod">
          <ac:chgData name="Inter Institutional Inclusive  Innovations Center" userId="8f0f2a58-4f3c-47a5-9304-113b24e1e584" providerId="ADAL" clId="{7C429524-839A-4DDC-9EAA-B9B6CA7C8F65}" dt="2026-07-24T04:50:42.239" v="194" actId="1076"/>
          <ac:picMkLst>
            <pc:docMk/>
            <pc:sldMk cId="0" sldId="262"/>
            <ac:picMk id="28" creationId="{C5D3E59C-FE74-F0BE-9B10-98C8003398BC}"/>
          </ac:picMkLst>
        </pc:picChg>
        <pc:picChg chg="add del mod">
          <ac:chgData name="Inter Institutional Inclusive  Innovations Center" userId="8f0f2a58-4f3c-47a5-9304-113b24e1e584" providerId="ADAL" clId="{7C429524-839A-4DDC-9EAA-B9B6CA7C8F65}" dt="2026-07-24T04:50:39.769" v="192" actId="478"/>
          <ac:picMkLst>
            <pc:docMk/>
            <pc:sldMk cId="0" sldId="262"/>
            <ac:picMk id="29" creationId="{D1CD71D8-80DC-E089-7F84-F870CA829998}"/>
          </ac:picMkLst>
        </pc:picChg>
        <pc:picChg chg="add del mod">
          <ac:chgData name="Inter Institutional Inclusive  Innovations Center" userId="8f0f2a58-4f3c-47a5-9304-113b24e1e584" providerId="ADAL" clId="{7C429524-839A-4DDC-9EAA-B9B6CA7C8F65}" dt="2026-07-24T04:50:37.857" v="191" actId="478"/>
          <ac:picMkLst>
            <pc:docMk/>
            <pc:sldMk cId="0" sldId="262"/>
            <ac:picMk id="31" creationId="{32772FAA-6737-736E-57F5-863D0C30C830}"/>
          </ac:picMkLst>
        </pc:picChg>
      </pc:sldChg>
      <pc:sldChg chg="addSp delSp modSp mod">
        <pc:chgData name="Inter Institutional Inclusive  Innovations Center" userId="8f0f2a58-4f3c-47a5-9304-113b24e1e584" providerId="ADAL" clId="{7C429524-839A-4DDC-9EAA-B9B6CA7C8F65}" dt="2026-07-24T04:51:13.043" v="199" actId="1076"/>
        <pc:sldMkLst>
          <pc:docMk/>
          <pc:sldMk cId="0" sldId="263"/>
        </pc:sldMkLst>
        <pc:spChg chg="add mod">
          <ac:chgData name="Inter Institutional Inclusive  Innovations Center" userId="8f0f2a58-4f3c-47a5-9304-113b24e1e584" providerId="ADAL" clId="{7C429524-839A-4DDC-9EAA-B9B6CA7C8F65}" dt="2026-07-23T09:24:31.594" v="157" actId="1076"/>
          <ac:spMkLst>
            <pc:docMk/>
            <pc:sldMk cId="0" sldId="263"/>
            <ac:spMk id="31" creationId="{10B6379C-1BCE-6784-4600-934501FC5F97}"/>
          </ac:spMkLst>
        </pc:spChg>
        <pc:picChg chg="add mod">
          <ac:chgData name="Inter Institutional Inclusive  Innovations Center" userId="8f0f2a58-4f3c-47a5-9304-113b24e1e584" providerId="ADAL" clId="{7C429524-839A-4DDC-9EAA-B9B6CA7C8F65}" dt="2026-07-24T04:51:13.043" v="199" actId="1076"/>
          <ac:picMkLst>
            <pc:docMk/>
            <pc:sldMk cId="0" sldId="263"/>
            <ac:picMk id="32" creationId="{0D18A824-BCDE-0A33-4245-E3C168F9E6DD}"/>
          </ac:picMkLst>
        </pc:picChg>
        <pc:picChg chg="add del mod">
          <ac:chgData name="Inter Institutional Inclusive  Innovations Center" userId="8f0f2a58-4f3c-47a5-9304-113b24e1e584" providerId="ADAL" clId="{7C429524-839A-4DDC-9EAA-B9B6CA7C8F65}" dt="2026-07-24T04:50:46.281" v="196" actId="478"/>
          <ac:picMkLst>
            <pc:docMk/>
            <pc:sldMk cId="0" sldId="263"/>
            <ac:picMk id="33" creationId="{ADD1E958-165B-D6F5-A64F-04FCD64E2147}"/>
          </ac:picMkLst>
        </pc:picChg>
        <pc:picChg chg="add del mod">
          <ac:chgData name="Inter Institutional Inclusive  Innovations Center" userId="8f0f2a58-4f3c-47a5-9304-113b24e1e584" providerId="ADAL" clId="{7C429524-839A-4DDC-9EAA-B9B6CA7C8F65}" dt="2026-07-24T04:50:44.546" v="195" actId="478"/>
          <ac:picMkLst>
            <pc:docMk/>
            <pc:sldMk cId="0" sldId="263"/>
            <ac:picMk id="35" creationId="{6BADDDF0-0612-EB5D-5A8F-EFB7179CFC49}"/>
          </ac:picMkLst>
        </pc:picChg>
      </pc:sldChg>
      <pc:sldChg chg="addSp delSp modSp mod">
        <pc:chgData name="Inter Institutional Inclusive  Innovations Center" userId="8f0f2a58-4f3c-47a5-9304-113b24e1e584" providerId="ADAL" clId="{7C429524-839A-4DDC-9EAA-B9B6CA7C8F65}" dt="2026-07-24T04:51:28.815" v="207" actId="1076"/>
        <pc:sldMkLst>
          <pc:docMk/>
          <pc:sldMk cId="0" sldId="267"/>
        </pc:sldMkLst>
        <pc:spChg chg="add mod">
          <ac:chgData name="Inter Institutional Inclusive  Innovations Center" userId="8f0f2a58-4f3c-47a5-9304-113b24e1e584" providerId="ADAL" clId="{7C429524-839A-4DDC-9EAA-B9B6CA7C8F65}" dt="2026-07-23T09:24:40.860" v="161" actId="1076"/>
          <ac:spMkLst>
            <pc:docMk/>
            <pc:sldMk cId="0" sldId="267"/>
            <ac:spMk id="32" creationId="{3E27E131-AC1D-E75C-0267-02565ACC1BC3}"/>
          </ac:spMkLst>
        </pc:spChg>
        <pc:picChg chg="add mod">
          <ac:chgData name="Inter Institutional Inclusive  Innovations Center" userId="8f0f2a58-4f3c-47a5-9304-113b24e1e584" providerId="ADAL" clId="{7C429524-839A-4DDC-9EAA-B9B6CA7C8F65}" dt="2026-07-24T04:51:28.815" v="207" actId="1076"/>
          <ac:picMkLst>
            <pc:docMk/>
            <pc:sldMk cId="0" sldId="267"/>
            <ac:picMk id="33" creationId="{1D876DBE-D402-1B41-B952-69F6F5BF98C9}"/>
          </ac:picMkLst>
        </pc:picChg>
        <pc:picChg chg="add del mod">
          <ac:chgData name="Inter Institutional Inclusive  Innovations Center" userId="8f0f2a58-4f3c-47a5-9304-113b24e1e584" providerId="ADAL" clId="{7C429524-839A-4DDC-9EAA-B9B6CA7C8F65}" dt="2026-07-24T04:51:26.339" v="205" actId="478"/>
          <ac:picMkLst>
            <pc:docMk/>
            <pc:sldMk cId="0" sldId="267"/>
            <ac:picMk id="34" creationId="{3207B916-D916-65B2-E15B-7B8E518A4CF1}"/>
          </ac:picMkLst>
        </pc:picChg>
        <pc:picChg chg="add del mod">
          <ac:chgData name="Inter Institutional Inclusive  Innovations Center" userId="8f0f2a58-4f3c-47a5-9304-113b24e1e584" providerId="ADAL" clId="{7C429524-839A-4DDC-9EAA-B9B6CA7C8F65}" dt="2026-07-24T04:51:24.437" v="204" actId="478"/>
          <ac:picMkLst>
            <pc:docMk/>
            <pc:sldMk cId="0" sldId="267"/>
            <ac:picMk id="36" creationId="{73F6D37F-F5F4-6581-D4C3-0D6D2153AEF3}"/>
          </ac:picMkLst>
        </pc:picChg>
      </pc:sldChg>
      <pc:sldChg chg="addSp delSp modSp mod">
        <pc:chgData name="Inter Institutional Inclusive  Innovations Center" userId="8f0f2a58-4f3c-47a5-9304-113b24e1e584" providerId="ADAL" clId="{7C429524-839A-4DDC-9EAA-B9B6CA7C8F65}" dt="2026-07-24T04:51:22.013" v="203" actId="1076"/>
        <pc:sldMkLst>
          <pc:docMk/>
          <pc:sldMk cId="0" sldId="268"/>
        </pc:sldMkLst>
        <pc:spChg chg="add mod">
          <ac:chgData name="Inter Institutional Inclusive  Innovations Center" userId="8f0f2a58-4f3c-47a5-9304-113b24e1e584" providerId="ADAL" clId="{7C429524-839A-4DDC-9EAA-B9B6CA7C8F65}" dt="2026-07-23T09:24:36.582" v="159" actId="1076"/>
          <ac:spMkLst>
            <pc:docMk/>
            <pc:sldMk cId="0" sldId="268"/>
            <ac:spMk id="30" creationId="{89A93441-4E5C-0FCA-6BDD-16AB2E1B711C}"/>
          </ac:spMkLst>
        </pc:spChg>
        <pc:picChg chg="add mod">
          <ac:chgData name="Inter Institutional Inclusive  Innovations Center" userId="8f0f2a58-4f3c-47a5-9304-113b24e1e584" providerId="ADAL" clId="{7C429524-839A-4DDC-9EAA-B9B6CA7C8F65}" dt="2026-07-24T04:51:22.013" v="203" actId="1076"/>
          <ac:picMkLst>
            <pc:docMk/>
            <pc:sldMk cId="0" sldId="268"/>
            <ac:picMk id="31" creationId="{73E0C32B-9271-FA34-86BB-7D95EB5AB342}"/>
          </ac:picMkLst>
        </pc:picChg>
        <pc:picChg chg="add del mod">
          <ac:chgData name="Inter Institutional Inclusive  Innovations Center" userId="8f0f2a58-4f3c-47a5-9304-113b24e1e584" providerId="ADAL" clId="{7C429524-839A-4DDC-9EAA-B9B6CA7C8F65}" dt="2026-07-24T04:51:19.304" v="201" actId="478"/>
          <ac:picMkLst>
            <pc:docMk/>
            <pc:sldMk cId="0" sldId="268"/>
            <ac:picMk id="32" creationId="{10A4E146-7FDB-FFE9-9526-3614562D8544}"/>
          </ac:picMkLst>
        </pc:picChg>
        <pc:picChg chg="add del mod">
          <ac:chgData name="Inter Institutional Inclusive  Innovations Center" userId="8f0f2a58-4f3c-47a5-9304-113b24e1e584" providerId="ADAL" clId="{7C429524-839A-4DDC-9EAA-B9B6CA7C8F65}" dt="2026-07-24T04:51:17.385" v="200" actId="478"/>
          <ac:picMkLst>
            <pc:docMk/>
            <pc:sldMk cId="0" sldId="268"/>
            <ac:picMk id="34" creationId="{616214A5-37D4-FB21-7202-26AFB342A299}"/>
          </ac:picMkLst>
        </pc:picChg>
      </pc:sldChg>
      <pc:sldMasterChg chg="modSldLayout">
        <pc:chgData name="Inter Institutional Inclusive  Innovations Center" userId="8f0f2a58-4f3c-47a5-9304-113b24e1e584" providerId="ADAL" clId="{7C429524-839A-4DDC-9EAA-B9B6CA7C8F65}" dt="2026-07-23T09:22:53.132" v="135" actId="1076"/>
        <pc:sldMasterMkLst>
          <pc:docMk/>
          <pc:sldMasterMk cId="0" sldId="2147483648"/>
        </pc:sldMasterMkLst>
        <pc:sldLayoutChg chg="addSp delSp modSp mod">
          <pc:chgData name="Inter Institutional Inclusive  Innovations Center" userId="8f0f2a58-4f3c-47a5-9304-113b24e1e584" providerId="ADAL" clId="{7C429524-839A-4DDC-9EAA-B9B6CA7C8F65}" dt="2026-07-23T09:22:53.132" v="135" actId="1076"/>
          <pc:sldLayoutMkLst>
            <pc:docMk/>
            <pc:sldMasterMk cId="0" sldId="2147483648"/>
            <pc:sldLayoutMk cId="0" sldId="2147483649"/>
          </pc:sldLayoutMkLst>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3" creationId="{670500D5-0C61-D368-3EA8-B0D70E762677}"/>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7" creationId="{8554604A-67D5-8651-A136-D9C527FB2A31}"/>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9" creationId="{29E90E54-6D65-ECF5-20F4-778E23505930}"/>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11" creationId="{070086D7-78C3-0DC3-34DD-D68141DA9548}"/>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13" creationId="{A2E77B92-8008-BEFB-D609-FA2E3D4355C6}"/>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15" creationId="{BDA6C487-A013-0BDD-3256-B049C59B305E}"/>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17" creationId="{86CA69B4-C6E5-E2E4-A86B-E8053E9874F3}"/>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23" creationId="{4C7FD9C6-DB86-B335-81D3-D5591274E047}"/>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25" creationId="{9C2348A3-50E7-9624-EAF4-9ACFD3ABE581}"/>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27" creationId="{F81BDED9-60D5-649E-4AB6-5A7B541D9AA0}"/>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31" creationId="{2BD26DD0-A441-CDA1-C7C4-500C0B482AE4}"/>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47" creationId="{A5833BA1-7E68-EA56-E2F4-8F8311ABF752}"/>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49" creationId="{B9BD3167-D5BD-8B40-4555-84C7BD065A5E}"/>
            </ac:spMkLst>
          </pc:spChg>
          <pc:spChg chg="add 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57" creationId="{5061D844-37EB-548D-B973-C8018E42C215}"/>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65" creationId="{FDE11816-BE8D-2EA8-403C-EDD897CC8886}"/>
            </ac:spMkLst>
          </pc:spChg>
          <pc:spChg chg="add 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77" creationId="{3779CD17-0018-CC60-6D0F-0933639C8E8F}"/>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79" creationId="{C8A72EB2-0C41-D852-59DA-E4EA48C4DC76}"/>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83" creationId="{6C9218A1-D90A-BA12-EF63-1B92669F6E38}"/>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85" creationId="{449C0B3C-3475-D922-9A12-C029E001B10F}"/>
            </ac:spMkLst>
          </pc:spChg>
          <pc:spChg chg="add 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93" creationId="{08A80940-BD2D-E549-ED9D-34BC817068A3}"/>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95" creationId="{FECC3D97-6F4A-BC31-16FB-164D35CAFD27}"/>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99" creationId="{C6F62233-28CA-F7F7-27B0-76ED806DEE15}"/>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113" creationId="{3329D229-D178-066B-8117-18D8EC7F3373}"/>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127" creationId="{F0D528F7-9BB6-65AC-0918-282E384814E2}"/>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141" creationId="{EB893E23-FB1A-0D77-F65C-392B3A91CBBC}"/>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143" creationId="{A26E93F0-C6F6-73C1-E4FF-8B898B8250A6}"/>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153" creationId="{07D1DC4B-8695-07D8-8056-6A8BA7F332F1}"/>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187" creationId="{FCA5CCE8-8E73-82EE-CB6B-ADB25409BFB1}"/>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191" creationId="{500422FC-A5C6-6331-8965-69B3A3D859E7}"/>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193" creationId="{85DE142B-F8AA-47A6-E761-6329FF37BFB6}"/>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03" creationId="{5871EDFA-DBCB-D39E-C0AB-2C0B81A53820}"/>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13" creationId="{CBE53BBA-B6A7-D74B-87C7-2C5D8EEAA454}"/>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31" creationId="{E6A3F812-3BF4-9336-E57D-860E6A54F381}"/>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45" creationId="{68E228AD-385E-7895-2F11-2E8E1A4C2091}"/>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53" creationId="{B226F5B6-1373-9263-48EC-924CF9FC8688}"/>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69" creationId="{8C9230A6-A4D4-2C36-7EB2-ADA9A45F2699}"/>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79" creationId="{4F0EF51C-A9EC-FDE9-5978-4FD26B7D03A8}"/>
            </ac:spMkLst>
          </pc:spChg>
          <pc:picChg chg="mod">
            <ac:chgData name="Inter Institutional Inclusive  Innovations Center" userId="8f0f2a58-4f3c-47a5-9304-113b24e1e584" providerId="ADAL" clId="{7C429524-839A-4DDC-9EAA-B9B6CA7C8F65}" dt="2026-07-23T09:22:39.795" v="132" actId="1076"/>
            <ac:picMkLst>
              <pc:docMk/>
              <pc:sldMasterMk cId="0" sldId="2147483648"/>
              <pc:sldLayoutMk cId="0" sldId="2147483649"/>
              <ac:picMk id="33" creationId="{9C02DD19-DD7E-1634-0056-B0B673F6409D}"/>
            </ac:picMkLst>
          </pc:picChg>
          <pc:picChg chg="add mod">
            <ac:chgData name="Inter Institutional Inclusive  Innovations Center" userId="8f0f2a58-4f3c-47a5-9304-113b24e1e584" providerId="ADAL" clId="{7C429524-839A-4DDC-9EAA-B9B6CA7C8F65}" dt="2026-07-23T09:22:53.132" v="135" actId="1076"/>
            <ac:picMkLst>
              <pc:docMk/>
              <pc:sldMasterMk cId="0" sldId="2147483648"/>
              <pc:sldLayoutMk cId="0" sldId="2147483649"/>
              <ac:picMk id="282" creationId="{BD66A30C-A2DE-61B6-8B7B-4CF622680E59}"/>
            </ac:picMkLst>
          </pc:picChg>
        </pc:sldLayoutChg>
      </pc:sldMasterChg>
      <pc:sldMasterChg chg="new del mod addSldLayout delSldLayout">
        <pc:chgData name="Inter Institutional Inclusive  Innovations Center" userId="8f0f2a58-4f3c-47a5-9304-113b24e1e584" providerId="ADAL" clId="{7C429524-839A-4DDC-9EAA-B9B6CA7C8F65}" dt="2026-07-23T09:23:04.733" v="137" actId="6938"/>
        <pc:sldMasterMkLst>
          <pc:docMk/>
          <pc:sldMasterMk cId="1023542986" sldId="2147483650"/>
        </pc:sldMasterMkLst>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372539884" sldId="2147483651"/>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481455685" sldId="2147483652"/>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3921258258" sldId="2147483653"/>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884839122" sldId="2147483654"/>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1399709954" sldId="2147483655"/>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1808508738" sldId="2147483656"/>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1108363411" sldId="2147483657"/>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1535369900" sldId="2147483658"/>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3624862031" sldId="2147483659"/>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3822323631" sldId="2147483660"/>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1931480772" sldId="2147483661"/>
          </pc:sldLayoutMkLst>
        </pc:sldLayoutChg>
      </pc:sldMasterChg>
      <pc:sldMasterChg chg="new del mod addSldLayout delSldLayout">
        <pc:chgData name="Inter Institutional Inclusive  Innovations Center" userId="8f0f2a58-4f3c-47a5-9304-113b24e1e584" providerId="ADAL" clId="{7C429524-839A-4DDC-9EAA-B9B6CA7C8F65}" dt="2026-07-23T09:23:08.103" v="139" actId="6938"/>
        <pc:sldMasterMkLst>
          <pc:docMk/>
          <pc:sldMasterMk cId="1372952111" sldId="2147483650"/>
        </pc:sldMasterMkLst>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1105982335" sldId="2147483651"/>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3800850885" sldId="2147483652"/>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3877606852" sldId="2147483653"/>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1208342861" sldId="2147483654"/>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1396227509" sldId="2147483655"/>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1380754746" sldId="2147483656"/>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2973874357" sldId="2147483657"/>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3685638390" sldId="2147483658"/>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2165239747" sldId="2147483659"/>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582729751" sldId="2147483660"/>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2622961263"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8291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31" name="Shape 0">
            <a:extLst>
              <a:ext uri="{FF2B5EF4-FFF2-40B4-BE49-F238E27FC236}">
                <a16:creationId xmlns:a16="http://schemas.microsoft.com/office/drawing/2014/main" id="{2BD26DD0-A441-CDA1-C7C4-500C0B482AE4}"/>
              </a:ext>
            </a:extLst>
          </p:cNvPr>
          <p:cNvSpPr/>
          <p:nvPr userDrawn="1"/>
        </p:nvSpPr>
        <p:spPr>
          <a:xfrm>
            <a:off x="0" y="0"/>
            <a:ext cx="12191695" cy="6858000"/>
          </a:xfrm>
          <a:prstGeom prst="rect">
            <a:avLst/>
          </a:prstGeom>
          <a:solidFill>
            <a:srgbClr val="000036"/>
          </a:solidFill>
          <a:ln/>
        </p:spPr>
        <p:txBody>
          <a:bodyPr/>
          <a:lstStyle/>
          <a:p>
            <a:endParaRPr lang="en-IN"/>
          </a:p>
        </p:txBody>
      </p:sp>
      <p:pic>
        <p:nvPicPr>
          <p:cNvPr id="33" name="Image 0" descr="preencoded.png">
            <a:extLst>
              <a:ext uri="{FF2B5EF4-FFF2-40B4-BE49-F238E27FC236}">
                <a16:creationId xmlns:a16="http://schemas.microsoft.com/office/drawing/2014/main" id="{9C02DD19-DD7E-1634-0056-B0B673F6409D}"/>
              </a:ext>
            </a:extLst>
          </p:cNvPr>
          <p:cNvPicPr>
            <a:picLocks noChangeAspect="1"/>
          </p:cNvPicPr>
          <p:nvPr userDrawn="1"/>
        </p:nvPicPr>
        <p:blipFill>
          <a:blip r:embed="rId2">
            <a:alphaModFix amt="15000"/>
          </a:blip>
          <a:srcRect l="12327" r="12327"/>
          <a:stretch/>
        </p:blipFill>
        <p:spPr>
          <a:xfrm>
            <a:off x="0" y="0"/>
            <a:ext cx="12191695" cy="6858000"/>
          </a:xfrm>
          <a:prstGeom prst="rect">
            <a:avLst/>
          </a:prstGeom>
        </p:spPr>
      </p:pic>
      <p:sp>
        <p:nvSpPr>
          <p:cNvPr id="35" name="Shape 1">
            <a:extLst>
              <a:ext uri="{FF2B5EF4-FFF2-40B4-BE49-F238E27FC236}">
                <a16:creationId xmlns:a16="http://schemas.microsoft.com/office/drawing/2014/main" id="{2896CD82-D6A3-3A0B-5BEE-489BF15E90F1}"/>
              </a:ext>
            </a:extLst>
          </p:cNvPr>
          <p:cNvSpPr/>
          <p:nvPr userDrawn="1"/>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37" name="Image 2" descr="preencoded.png">
            <a:extLst>
              <a:ext uri="{FF2B5EF4-FFF2-40B4-BE49-F238E27FC236}">
                <a16:creationId xmlns:a16="http://schemas.microsoft.com/office/drawing/2014/main" id="{FE4B1F73-561B-DEF0-4566-CD6294947263}"/>
              </a:ext>
            </a:extLst>
          </p:cNvPr>
          <p:cNvPicPr>
            <a:picLocks noChangeAspect="1"/>
          </p:cNvPicPr>
          <p:nvPr userDrawn="1"/>
        </p:nvPicPr>
        <p:blipFill>
          <a:blip r:embed="rId3"/>
          <a:srcRect/>
          <a:stretch/>
        </p:blipFill>
        <p:spPr>
          <a:xfrm>
            <a:off x="10858500" y="381305"/>
            <a:ext cx="476402" cy="476402"/>
          </a:xfrm>
          <a:prstGeom prst="rect">
            <a:avLst/>
          </a:prstGeom>
        </p:spPr>
      </p:pic>
      <p:pic>
        <p:nvPicPr>
          <p:cNvPr id="282" name="Picture 281">
            <a:extLst>
              <a:ext uri="{FF2B5EF4-FFF2-40B4-BE49-F238E27FC236}">
                <a16:creationId xmlns:a16="http://schemas.microsoft.com/office/drawing/2014/main" id="{BD66A30C-A2DE-61B6-8B7B-4CF622680E59}"/>
              </a:ext>
            </a:extLst>
          </p:cNvPr>
          <p:cNvPicPr>
            <a:picLocks noChangeAspect="1"/>
          </p:cNvPicPr>
          <p:nvPr userDrawn="1"/>
        </p:nvPicPr>
        <p:blipFill>
          <a:blip r:embed="rId4"/>
          <a:stretch>
            <a:fillRect/>
          </a:stretch>
        </p:blipFill>
        <p:spPr>
          <a:xfrm>
            <a:off x="758356" y="381305"/>
            <a:ext cx="5745480" cy="46736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jpe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png"/><Relationship Id="rId10" Type="http://schemas.openxmlformats.org/officeDocument/2006/relationships/image" Target="../media/image6.png"/><Relationship Id="rId4" Type="http://schemas.openxmlformats.org/officeDocument/2006/relationships/image" Target="../media/image13.jpe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jpe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6.png"/><Relationship Id="rId5" Type="http://schemas.openxmlformats.org/officeDocument/2006/relationships/image" Target="../media/image2.png"/><Relationship Id="rId10" Type="http://schemas.openxmlformats.org/officeDocument/2006/relationships/image" Target="../media/image12.png"/><Relationship Id="rId4" Type="http://schemas.openxmlformats.org/officeDocument/2006/relationships/image" Target="../media/image13.jpe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jpe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png"/><Relationship Id="rId4" Type="http://schemas.openxmlformats.org/officeDocument/2006/relationships/image" Target="../media/image13.jpe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20000"/>
          </a:blip>
          <a:srcRect l="12327" r="12327"/>
          <a:stretch/>
        </p:blipFill>
        <p:spPr>
          <a:xfrm>
            <a:off x="0" y="0"/>
            <a:ext cx="12191695" cy="7292340"/>
          </a:xfrm>
          <a:prstGeom prst="rect">
            <a:avLst/>
          </a:prstGeom>
        </p:spPr>
      </p:pic>
      <p:sp>
        <p:nvSpPr>
          <p:cNvPr id="4" name="Shape 1"/>
          <p:cNvSpPr/>
          <p:nvPr/>
        </p:nvSpPr>
        <p:spPr>
          <a:xfrm>
            <a:off x="571500" y="381305"/>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sp>
        <p:nvSpPr>
          <p:cNvPr id="7" name="Shape 2"/>
          <p:cNvSpPr/>
          <p:nvPr/>
        </p:nvSpPr>
        <p:spPr>
          <a:xfrm>
            <a:off x="571500" y="2394815"/>
            <a:ext cx="11048695" cy="4362602"/>
          </a:xfrm>
          <a:prstGeom prst="roundRect">
            <a:avLst>
              <a:gd name="adj" fmla="val 732"/>
            </a:avLst>
          </a:prstGeom>
          <a:solidFill>
            <a:srgbClr val="FFFFFF">
              <a:alpha val="5000"/>
            </a:srgbClr>
          </a:solidFill>
          <a:ln w="12700">
            <a:solidFill>
              <a:srgbClr val="AEFF82">
                <a:alpha val="20000"/>
              </a:srgbClr>
            </a:solidFill>
            <a:prstDash val="solid"/>
          </a:ln>
        </p:spPr>
        <p:txBody>
          <a:bodyPr/>
          <a:lstStyle/>
          <a:p>
            <a:endParaRPr lang="en-IN"/>
          </a:p>
        </p:txBody>
      </p:sp>
      <p:sp>
        <p:nvSpPr>
          <p:cNvPr id="8" name="Shape 3"/>
          <p:cNvSpPr/>
          <p:nvPr/>
        </p:nvSpPr>
        <p:spPr>
          <a:xfrm>
            <a:off x="961949" y="3439058"/>
            <a:ext cx="10267798" cy="9144"/>
          </a:xfrm>
          <a:prstGeom prst="rect">
            <a:avLst/>
          </a:prstGeom>
          <a:solidFill>
            <a:srgbClr val="4B5563"/>
          </a:solidFill>
          <a:ln/>
        </p:spPr>
        <p:txBody>
          <a:bodyPr/>
          <a:lstStyle/>
          <a:p>
            <a:endParaRPr lang="en-IN"/>
          </a:p>
        </p:txBody>
      </p:sp>
      <p:sp>
        <p:nvSpPr>
          <p:cNvPr id="9" name="Shape 4"/>
          <p:cNvSpPr/>
          <p:nvPr/>
        </p:nvSpPr>
        <p:spPr>
          <a:xfrm>
            <a:off x="961949" y="5721401"/>
            <a:ext cx="10267798" cy="875995"/>
          </a:xfrm>
          <a:prstGeom prst="rect">
            <a:avLst/>
          </a:prstGeom>
          <a:solidFill>
            <a:srgbClr val="273383">
              <a:alpha val="40000"/>
            </a:srgbClr>
          </a:solidFill>
          <a:ln/>
        </p:spPr>
        <p:txBody>
          <a:bodyPr/>
          <a:lstStyle/>
          <a:p>
            <a:endParaRPr lang="en-IN"/>
          </a:p>
        </p:txBody>
      </p:sp>
      <p:sp>
        <p:nvSpPr>
          <p:cNvPr id="10" name="Shape 5"/>
          <p:cNvSpPr/>
          <p:nvPr/>
        </p:nvSpPr>
        <p:spPr>
          <a:xfrm>
            <a:off x="961949" y="5721401"/>
            <a:ext cx="38405" cy="875995"/>
          </a:xfrm>
          <a:prstGeom prst="rect">
            <a:avLst/>
          </a:prstGeom>
          <a:solidFill>
            <a:srgbClr val="AEFF82"/>
          </a:solidFill>
          <a:ln/>
        </p:spPr>
        <p:txBody>
          <a:bodyPr/>
          <a:lstStyle/>
          <a:p>
            <a:endParaRPr lang="en-IN"/>
          </a:p>
        </p:txBody>
      </p:sp>
      <p:pic>
        <p:nvPicPr>
          <p:cNvPr id="11" name="Image 3" descr="preencoded.png"/>
          <p:cNvPicPr>
            <a:picLocks noChangeAspect="1"/>
          </p:cNvPicPr>
          <p:nvPr/>
        </p:nvPicPr>
        <p:blipFill>
          <a:blip r:embed="rId4"/>
          <a:srcRect l="-2838" r="-2838"/>
          <a:stretch/>
        </p:blipFill>
        <p:spPr>
          <a:xfrm>
            <a:off x="3902659" y="7321601"/>
            <a:ext cx="123444" cy="133502"/>
          </a:xfrm>
          <a:prstGeom prst="rect">
            <a:avLst/>
          </a:prstGeom>
        </p:spPr>
      </p:pic>
      <p:sp>
        <p:nvSpPr>
          <p:cNvPr id="12" name="Text 6"/>
          <p:cNvSpPr txBox="1"/>
          <p:nvPr/>
        </p:nvSpPr>
        <p:spPr>
          <a:xfrm>
            <a:off x="571500" y="1429207"/>
            <a:ext cx="6229807" cy="638251"/>
          </a:xfrm>
          <a:prstGeom prst="rect">
            <a:avLst/>
          </a:prstGeom>
          <a:noFill/>
          <a:ln/>
        </p:spPr>
        <p:txBody>
          <a:bodyPr wrap="square" lIns="0" tIns="0" rIns="0" bIns="0" rtlCol="0" anchor="ctr"/>
          <a:lstStyle/>
          <a:p>
            <a:pPr marL="0" indent="0" algn="l">
              <a:buNone/>
            </a:pPr>
            <a:r>
              <a:rPr lang="en-US" sz="3600" b="1" dirty="0">
                <a:solidFill>
                  <a:srgbClr val="FFFFFF"/>
                </a:solidFill>
                <a:latin typeface="Poppins" pitchFamily="34" charset="0"/>
                <a:ea typeface="Poppins" pitchFamily="34" charset="-122"/>
                <a:cs typeface="Poppins" pitchFamily="34" charset="-120"/>
              </a:rPr>
              <a:t>Hackathon 2026</a:t>
            </a:r>
            <a:endParaRPr lang="en-US" sz="3600" dirty="0"/>
          </a:p>
        </p:txBody>
      </p:sp>
      <p:sp>
        <p:nvSpPr>
          <p:cNvPr id="13" name="Text 7"/>
          <p:cNvSpPr txBox="1"/>
          <p:nvPr/>
        </p:nvSpPr>
        <p:spPr>
          <a:xfrm>
            <a:off x="571500" y="2018995"/>
            <a:ext cx="4091026" cy="409651"/>
          </a:xfrm>
          <a:prstGeom prst="rect">
            <a:avLst/>
          </a:prstGeom>
          <a:noFill/>
          <a:ln/>
        </p:spPr>
        <p:txBody>
          <a:bodyPr wrap="square" lIns="0" tIns="0" rIns="0" bIns="0" rtlCol="0" anchor="ctr"/>
          <a:lstStyle/>
          <a:p>
            <a:pPr marL="0" indent="0" algn="l">
              <a:buNone/>
            </a:pPr>
            <a:r>
              <a:rPr lang="en-US" sz="2200" b="1" dirty="0">
                <a:solidFill>
                  <a:srgbClr val="AEFF82"/>
                </a:solidFill>
                <a:latin typeface="Poppins" pitchFamily="34" charset="0"/>
                <a:ea typeface="Poppins" pitchFamily="34" charset="-122"/>
                <a:cs typeface="Poppins" pitchFamily="34" charset="-120"/>
              </a:rPr>
              <a:t>Idea Submission Template</a:t>
            </a:r>
            <a:endParaRPr lang="en-US" sz="2200" dirty="0"/>
          </a:p>
        </p:txBody>
      </p:sp>
      <p:pic>
        <p:nvPicPr>
          <p:cNvPr id="14" name="Image 4" descr="preencoded.png"/>
          <p:cNvPicPr>
            <a:picLocks noChangeAspect="1"/>
          </p:cNvPicPr>
          <p:nvPr/>
        </p:nvPicPr>
        <p:blipFill>
          <a:blip r:embed="rId5"/>
          <a:srcRect/>
          <a:stretch/>
        </p:blipFill>
        <p:spPr>
          <a:xfrm>
            <a:off x="961949" y="3047695"/>
            <a:ext cx="228600" cy="228600"/>
          </a:xfrm>
          <a:prstGeom prst="rect">
            <a:avLst/>
          </a:prstGeom>
        </p:spPr>
      </p:pic>
      <p:sp>
        <p:nvSpPr>
          <p:cNvPr id="15" name="Text 8"/>
          <p:cNvSpPr txBox="1"/>
          <p:nvPr/>
        </p:nvSpPr>
        <p:spPr>
          <a:xfrm>
            <a:off x="1304849" y="3010205"/>
            <a:ext cx="6336922" cy="201167"/>
          </a:xfrm>
          <a:prstGeom prst="rect">
            <a:avLst/>
          </a:prstGeom>
          <a:noFill/>
          <a:ln/>
        </p:spPr>
        <p:txBody>
          <a:bodyPr wrap="square" lIns="0" tIns="0" rIns="0" bIns="0" rtlCol="0" anchor="ctr"/>
          <a:lstStyle/>
          <a:p>
            <a:pPr marL="0" indent="0" algn="l">
              <a:buNone/>
            </a:pPr>
            <a:r>
              <a:rPr lang="en-US" sz="1800" b="1" dirty="0">
                <a:solidFill>
                  <a:srgbClr val="FFFFFF"/>
                </a:solidFill>
                <a:latin typeface="Poppins" pitchFamily="34" charset="0"/>
                <a:ea typeface="Poppins" pitchFamily="34" charset="-122"/>
                <a:cs typeface="Poppins" pitchFamily="34" charset="-120"/>
              </a:rPr>
              <a:t>Instructions </a:t>
            </a:r>
            <a:r>
              <a:rPr lang="en-US" sz="1200" i="1" dirty="0">
                <a:solidFill>
                  <a:srgbClr val="FFFFFF"/>
                </a:solidFill>
                <a:latin typeface="Poppins" pitchFamily="34" charset="0"/>
                <a:ea typeface="Poppins" pitchFamily="34" charset="-122"/>
                <a:cs typeface="Poppins" pitchFamily="34" charset="-120"/>
              </a:rPr>
              <a:t>(Remove this slide while submitting)</a:t>
            </a:r>
            <a:endParaRPr lang="en-US" sz="1800" i="1" dirty="0"/>
          </a:p>
        </p:txBody>
      </p:sp>
      <p:sp>
        <p:nvSpPr>
          <p:cNvPr id="16" name="Text 9"/>
          <p:cNvSpPr txBox="1"/>
          <p:nvPr/>
        </p:nvSpPr>
        <p:spPr>
          <a:xfrm>
            <a:off x="1190549" y="5911596"/>
            <a:ext cx="1996135" cy="191110"/>
          </a:xfrm>
          <a:prstGeom prst="rect">
            <a:avLst/>
          </a:prstGeom>
          <a:noFill/>
          <a:ln/>
        </p:spPr>
        <p:txBody>
          <a:bodyPr wrap="square" lIns="0" tIns="0" rIns="0" bIns="0" rtlCol="0" anchor="ctr"/>
          <a:lstStyle/>
          <a:p>
            <a:pPr marL="0" indent="0" algn="l">
              <a:buNone/>
            </a:pPr>
            <a:r>
              <a:rPr lang="en-US" sz="1000" b="1" dirty="0">
                <a:solidFill>
                  <a:srgbClr val="D1D5DB"/>
                </a:solidFill>
                <a:latin typeface="Poppins" pitchFamily="34" charset="0"/>
                <a:ea typeface="Poppins" pitchFamily="34" charset="-122"/>
                <a:cs typeface="Poppins" pitchFamily="34" charset="-120"/>
              </a:rPr>
              <a:t>FILE NAMING CONVENTION</a:t>
            </a:r>
            <a:endParaRPr lang="en-US" sz="1000" dirty="0"/>
          </a:p>
        </p:txBody>
      </p:sp>
      <p:sp>
        <p:nvSpPr>
          <p:cNvPr id="17" name="Text 10"/>
          <p:cNvSpPr txBox="1"/>
          <p:nvPr/>
        </p:nvSpPr>
        <p:spPr>
          <a:xfrm>
            <a:off x="1190549" y="6159398"/>
            <a:ext cx="3581705" cy="219456"/>
          </a:xfrm>
          <a:prstGeom prst="rect">
            <a:avLst/>
          </a:prstGeom>
          <a:noFill/>
          <a:ln/>
        </p:spPr>
        <p:txBody>
          <a:bodyPr wrap="square" lIns="0" tIns="0" rIns="0" bIns="0" rtlCol="0" anchor="ctr"/>
          <a:lstStyle/>
          <a:p>
            <a:pPr marL="0" indent="0" algn="l">
              <a:buNone/>
            </a:pPr>
            <a:r>
              <a:rPr lang="en-US" sz="1500" b="1" dirty="0">
                <a:solidFill>
                  <a:srgbClr val="AEFF82"/>
                </a:solidFill>
                <a:latin typeface="ui-monospace" pitchFamily="34" charset="0"/>
                <a:ea typeface="ui-monospace" pitchFamily="34" charset="-122"/>
                <a:cs typeface="ui-monospace" pitchFamily="34" charset="-120"/>
              </a:rPr>
              <a:t>Team Name_PSNo (E.g. i4C_PS01)</a:t>
            </a:r>
            <a:endParaRPr lang="en-US" sz="1500" dirty="0"/>
          </a:p>
        </p:txBody>
      </p:sp>
      <p:sp>
        <p:nvSpPr>
          <p:cNvPr id="18" name="Shape 11"/>
          <p:cNvSpPr/>
          <p:nvPr/>
        </p:nvSpPr>
        <p:spPr>
          <a:xfrm>
            <a:off x="3674059" y="7216445"/>
            <a:ext cx="4848149" cy="342900"/>
          </a:xfrm>
          <a:prstGeom prst="roundRect">
            <a:avLst>
              <a:gd name="adj" fmla="val 266667"/>
            </a:avLst>
          </a:prstGeom>
          <a:solidFill>
            <a:srgbClr val="FFFFFF"/>
          </a:solidFill>
          <a:ln/>
          <a:effectLst>
            <a:outerShdw blurRad="12700" dist="12700" dir="16200000" algn="bl" rotWithShape="0">
              <a:srgbClr val="000000">
                <a:alpha val="75000"/>
              </a:srgbClr>
            </a:outerShdw>
          </a:effectLst>
        </p:spPr>
        <p:txBody>
          <a:bodyPr/>
          <a:lstStyle/>
          <a:p>
            <a:endParaRPr lang="en-IN"/>
          </a:p>
        </p:txBody>
      </p:sp>
      <p:sp>
        <p:nvSpPr>
          <p:cNvPr id="19" name="Text 12"/>
          <p:cNvSpPr txBox="1"/>
          <p:nvPr/>
        </p:nvSpPr>
        <p:spPr>
          <a:xfrm>
            <a:off x="4102913" y="7292340"/>
            <a:ext cx="4291279" cy="191110"/>
          </a:xfrm>
          <a:prstGeom prst="rect">
            <a:avLst/>
          </a:prstGeom>
          <a:noFill/>
          <a:ln/>
        </p:spPr>
        <p:txBody>
          <a:bodyPr wrap="square" lIns="0" tIns="0" rIns="0" bIns="0" rtlCol="0" anchor="ctr"/>
          <a:lstStyle/>
          <a:p>
            <a:pPr marL="0" indent="0" algn="ctr">
              <a:buNone/>
            </a:pPr>
            <a:r>
              <a:rPr lang="en-US" sz="1000" b="1" dirty="0">
                <a:solidFill>
                  <a:srgbClr val="DC2626"/>
                </a:solidFill>
                <a:latin typeface="Poppins" pitchFamily="34" charset="0"/>
                <a:ea typeface="Poppins" pitchFamily="34" charset="-122"/>
                <a:cs typeface="Poppins" pitchFamily="34" charset="-120"/>
              </a:rPr>
              <a:t>REMOVE THIS SLIDE FOR INSTRUCTIONS IN FINAL SUBMISSION</a:t>
            </a:r>
            <a:endParaRPr lang="en-US" sz="1000" dirty="0"/>
          </a:p>
        </p:txBody>
      </p:sp>
      <p:sp>
        <p:nvSpPr>
          <p:cNvPr id="20" name="Text 13"/>
          <p:cNvSpPr txBox="1"/>
          <p:nvPr/>
        </p:nvSpPr>
        <p:spPr>
          <a:xfrm>
            <a:off x="961948" y="4286354"/>
            <a:ext cx="10267798" cy="1344521"/>
          </a:xfrm>
          <a:prstGeom prst="rect">
            <a:avLst/>
          </a:prstGeom>
          <a:noFill/>
          <a:ln/>
        </p:spPr>
        <p:txBody>
          <a:bodyPr wrap="square" lIns="0" tIns="0" rIns="0" bIns="0" rtlCol="0" anchor="ctr"/>
          <a:lstStyle/>
          <a:p>
            <a:pPr marL="285750" indent="-285750" algn="l">
              <a:lnSpc>
                <a:spcPct val="150000"/>
              </a:lnSpc>
              <a:buFont typeface="Arial" panose="020B0604020202020204" pitchFamily="34" charset="0"/>
              <a:buChar char="•"/>
            </a:pPr>
            <a:r>
              <a:rPr lang="en-US" sz="1400" dirty="0">
                <a:solidFill>
                  <a:srgbClr val="E0E0E0"/>
                </a:solidFill>
                <a:latin typeface="Poppins" pitchFamily="34" charset="0"/>
                <a:ea typeface="Poppins" pitchFamily="34" charset="-122"/>
                <a:cs typeface="Poppins" pitchFamily="34" charset="-120"/>
              </a:rPr>
              <a:t>Prepare the solution document as per this template, feel free to modify layouts while keeping core content .</a:t>
            </a:r>
          </a:p>
          <a:p>
            <a:pPr marL="285750" indent="-285750" algn="l">
              <a:lnSpc>
                <a:spcPct val="150000"/>
              </a:lnSpc>
              <a:buFont typeface="Arial" panose="020B0604020202020204" pitchFamily="34" charset="0"/>
              <a:buChar char="•"/>
            </a:pPr>
            <a:r>
              <a:rPr lang="en-US" sz="1400" dirty="0">
                <a:solidFill>
                  <a:srgbClr val="E0E0E0"/>
                </a:solidFill>
                <a:latin typeface="Poppins" pitchFamily="34" charset="0"/>
                <a:ea typeface="Poppins" pitchFamily="34" charset="-122"/>
                <a:cs typeface="Poppins" pitchFamily="34" charset="-120"/>
              </a:rPr>
              <a:t>Kindly keep the maximum slides limit up to six (6-7). ( Including the title slide) </a:t>
            </a:r>
          </a:p>
          <a:p>
            <a:pPr marL="285750" indent="-285750" algn="l">
              <a:lnSpc>
                <a:spcPct val="150000"/>
              </a:lnSpc>
              <a:buFont typeface="Arial" panose="020B0604020202020204" pitchFamily="34" charset="0"/>
              <a:buChar char="•"/>
            </a:pPr>
            <a:r>
              <a:rPr lang="en-US" sz="1400" dirty="0">
                <a:solidFill>
                  <a:srgbClr val="E0E0E0"/>
                </a:solidFill>
                <a:latin typeface="Poppins" pitchFamily="34" charset="0"/>
                <a:ea typeface="Poppins" pitchFamily="34" charset="-122"/>
                <a:cs typeface="Poppins" pitchFamily="34" charset="-120"/>
              </a:rPr>
              <a:t>Try to avoid paragraphs and post your idea in points /diagrams / Infographics /pictures .</a:t>
            </a:r>
          </a:p>
          <a:p>
            <a:pPr marL="285750" indent="-285750" algn="l">
              <a:lnSpc>
                <a:spcPct val="150000"/>
              </a:lnSpc>
              <a:buFont typeface="Arial" panose="020B0604020202020204" pitchFamily="34" charset="0"/>
              <a:buChar char="•"/>
            </a:pPr>
            <a:r>
              <a:rPr lang="en-US" sz="1400" dirty="0">
                <a:solidFill>
                  <a:srgbClr val="E0E0E0"/>
                </a:solidFill>
                <a:latin typeface="Poppins" pitchFamily="34" charset="0"/>
                <a:ea typeface="Poppins" pitchFamily="34" charset="-122"/>
                <a:cs typeface="Poppins" pitchFamily="34" charset="-120"/>
              </a:rPr>
              <a:t>You can only use provided template for making the PPT without changing the idea details pointers (mentioned in previous slides).</a:t>
            </a:r>
          </a:p>
          <a:p>
            <a:pPr marL="285750" indent="-285750" algn="l">
              <a:lnSpc>
                <a:spcPct val="150000"/>
              </a:lnSpc>
              <a:buFont typeface="Arial" panose="020B0604020202020204" pitchFamily="34" charset="0"/>
              <a:buChar char="•"/>
            </a:pPr>
            <a:r>
              <a:rPr lang="en-US" sz="1400" dirty="0">
                <a:solidFill>
                  <a:srgbClr val="E0E0E0"/>
                </a:solidFill>
                <a:latin typeface="Poppins" pitchFamily="34" charset="0"/>
                <a:ea typeface="Poppins" pitchFamily="34" charset="-122"/>
                <a:cs typeface="Poppins" pitchFamily="34" charset="-120"/>
              </a:rPr>
              <a:t>You need to save the file in PDF and upload the same on portal. No PPT, Word Doc or any other format will be supported.</a:t>
            </a:r>
          </a:p>
          <a:p>
            <a:pPr marL="285750" indent="-285750" algn="l">
              <a:lnSpc>
                <a:spcPct val="150000"/>
              </a:lnSpc>
              <a:buFont typeface="Arial" panose="020B0604020202020204" pitchFamily="34" charset="0"/>
              <a:buChar char="•"/>
            </a:pPr>
            <a:endParaRPr lang="en-US" sz="1400" dirty="0">
              <a:solidFill>
                <a:srgbClr val="E0E0E0"/>
              </a:solidFill>
              <a:latin typeface="Poppins" pitchFamily="34" charset="0"/>
              <a:ea typeface="Poppins" pitchFamily="34" charset="-122"/>
              <a:cs typeface="Poppins" pitchFamily="34" charset="-120"/>
            </a:endParaRPr>
          </a:p>
          <a:p>
            <a:pPr marL="285750" indent="-285750" algn="l">
              <a:lnSpc>
                <a:spcPct val="150000"/>
              </a:lnSpc>
              <a:buFont typeface="Arial" panose="020B0604020202020204" pitchFamily="34" charset="0"/>
              <a:buChar char="•"/>
            </a:pPr>
            <a:endParaRPr lang="en-US" sz="1400" dirty="0">
              <a:solidFill>
                <a:srgbClr val="E0E0E0"/>
              </a:solidFill>
              <a:latin typeface="Poppins" pitchFamily="34" charset="0"/>
              <a:ea typeface="Poppins" pitchFamily="34" charset="-122"/>
              <a:cs typeface="Poppins" pitchFamily="34" charset="-120"/>
            </a:endParaRPr>
          </a:p>
          <a:p>
            <a:pPr marL="285750" indent="-285750" algn="l">
              <a:lnSpc>
                <a:spcPct val="150000"/>
              </a:lnSpc>
              <a:buFont typeface="Arial" panose="020B0604020202020204" pitchFamily="34" charset="0"/>
              <a:buChar char="•"/>
            </a:pPr>
            <a:endParaRPr lang="en-US" sz="1300" dirty="0"/>
          </a:p>
        </p:txBody>
      </p:sp>
      <p:pic>
        <p:nvPicPr>
          <p:cNvPr id="5" name="Picture 4">
            <a:extLst>
              <a:ext uri="{FF2B5EF4-FFF2-40B4-BE49-F238E27FC236}">
                <a16:creationId xmlns:a16="http://schemas.microsoft.com/office/drawing/2014/main" id="{8BB4234F-3583-BFF9-C279-17614D0CF4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4101" y="511607"/>
            <a:ext cx="9163491" cy="5864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5000"/>
          </a:blip>
          <a:srcRect l="12327" r="12327"/>
          <a:stretch/>
        </p:blipFill>
        <p:spPr>
          <a:xfrm>
            <a:off x="0" y="0"/>
            <a:ext cx="12191695" cy="6858000"/>
          </a:xfrm>
          <a:prstGeom prst="rect">
            <a:avLst/>
          </a:prstGeom>
        </p:spPr>
      </p:pic>
      <p:sp>
        <p:nvSpPr>
          <p:cNvPr id="7" name="Shape 2"/>
          <p:cNvSpPr/>
          <p:nvPr/>
        </p:nvSpPr>
        <p:spPr>
          <a:xfrm>
            <a:off x="571500" y="1143000"/>
            <a:ext cx="47549" cy="276149"/>
          </a:xfrm>
          <a:prstGeom prst="rect">
            <a:avLst/>
          </a:prstGeom>
          <a:solidFill>
            <a:srgbClr val="88E555"/>
          </a:solidFill>
          <a:ln/>
        </p:spPr>
        <p:txBody>
          <a:bodyPr/>
          <a:lstStyle/>
          <a:p>
            <a:endParaRPr lang="en-IN"/>
          </a:p>
        </p:txBody>
      </p:sp>
      <p:sp>
        <p:nvSpPr>
          <p:cNvPr id="8" name="Shape 3"/>
          <p:cNvSpPr/>
          <p:nvPr/>
        </p:nvSpPr>
        <p:spPr>
          <a:xfrm>
            <a:off x="9182405" y="1170432"/>
            <a:ext cx="2438705" cy="362102"/>
          </a:xfrm>
          <a:prstGeom prst="roundRect">
            <a:avLst>
              <a:gd name="adj" fmla="val 26582"/>
            </a:avLst>
          </a:prstGeom>
          <a:solidFill>
            <a:srgbClr val="FFFFFF">
              <a:alpha val="10000"/>
            </a:srgbClr>
          </a:solidFill>
          <a:ln w="12700">
            <a:solidFill>
              <a:srgbClr val="34D399"/>
            </a:solidFill>
            <a:prstDash val="solid"/>
          </a:ln>
        </p:spPr>
        <p:txBody>
          <a:bodyPr/>
          <a:lstStyle/>
          <a:p>
            <a:endParaRPr lang="en-IN"/>
          </a:p>
        </p:txBody>
      </p:sp>
      <p:sp>
        <p:nvSpPr>
          <p:cNvPr id="9" name="Shape 4"/>
          <p:cNvSpPr/>
          <p:nvPr/>
        </p:nvSpPr>
        <p:spPr>
          <a:xfrm>
            <a:off x="571500" y="1712671"/>
            <a:ext cx="11048695" cy="2171700"/>
          </a:xfrm>
          <a:prstGeom prst="roundRect">
            <a:avLst>
              <a:gd name="adj" fmla="val 2216"/>
            </a:avLst>
          </a:prstGeom>
          <a:solidFill>
            <a:srgbClr val="273383">
              <a:alpha val="30000"/>
            </a:srgbClr>
          </a:solidFill>
          <a:ln w="12700">
            <a:solidFill>
              <a:srgbClr val="88E555">
                <a:alpha val="20000"/>
              </a:srgbClr>
            </a:solidFill>
            <a:prstDash val="solid"/>
          </a:ln>
          <a:effectLst>
            <a:outerShdw blurRad="190500" dist="101600" dir="5400000" algn="bl" rotWithShape="0">
              <a:srgbClr val="000000">
                <a:alpha val="20000"/>
              </a:srgbClr>
            </a:outerShdw>
          </a:effectLst>
        </p:spPr>
        <p:txBody>
          <a:bodyPr/>
          <a:lstStyle/>
          <a:p>
            <a:endParaRPr lang="en-IN"/>
          </a:p>
        </p:txBody>
      </p:sp>
      <p:sp>
        <p:nvSpPr>
          <p:cNvPr id="10" name="Shape 5"/>
          <p:cNvSpPr/>
          <p:nvPr/>
        </p:nvSpPr>
        <p:spPr>
          <a:xfrm>
            <a:off x="580644" y="1721815"/>
            <a:ext cx="1104595" cy="437998"/>
          </a:xfrm>
          <a:prstGeom prst="rect">
            <a:avLst/>
          </a:prstGeom>
          <a:solidFill>
            <a:srgbClr val="273383"/>
          </a:solidFill>
          <a:ln/>
        </p:spPr>
        <p:txBody>
          <a:bodyPr/>
          <a:lstStyle/>
          <a:p>
            <a:endParaRPr lang="en-IN"/>
          </a:p>
        </p:txBody>
      </p:sp>
      <p:sp>
        <p:nvSpPr>
          <p:cNvPr id="11" name="Shape 6"/>
          <p:cNvSpPr/>
          <p:nvPr/>
        </p:nvSpPr>
        <p:spPr>
          <a:xfrm>
            <a:off x="1684325" y="1721815"/>
            <a:ext cx="2210105" cy="437998"/>
          </a:xfrm>
          <a:prstGeom prst="rect">
            <a:avLst/>
          </a:prstGeom>
          <a:solidFill>
            <a:srgbClr val="273383"/>
          </a:solidFill>
          <a:ln/>
        </p:spPr>
        <p:txBody>
          <a:bodyPr/>
          <a:lstStyle/>
          <a:p>
            <a:endParaRPr lang="en-IN"/>
          </a:p>
        </p:txBody>
      </p:sp>
      <p:sp>
        <p:nvSpPr>
          <p:cNvPr id="12" name="Shape 7"/>
          <p:cNvSpPr/>
          <p:nvPr/>
        </p:nvSpPr>
        <p:spPr>
          <a:xfrm>
            <a:off x="3889858" y="1721815"/>
            <a:ext cx="4419295" cy="437998"/>
          </a:xfrm>
          <a:prstGeom prst="rect">
            <a:avLst/>
          </a:prstGeom>
          <a:solidFill>
            <a:srgbClr val="273383"/>
          </a:solidFill>
          <a:ln/>
        </p:spPr>
        <p:txBody>
          <a:bodyPr/>
          <a:lstStyle/>
          <a:p>
            <a:endParaRPr lang="en-IN"/>
          </a:p>
        </p:txBody>
      </p:sp>
      <p:sp>
        <p:nvSpPr>
          <p:cNvPr id="13" name="Shape 8"/>
          <p:cNvSpPr/>
          <p:nvPr/>
        </p:nvSpPr>
        <p:spPr>
          <a:xfrm>
            <a:off x="8301838" y="1721815"/>
            <a:ext cx="3314700" cy="437998"/>
          </a:xfrm>
          <a:prstGeom prst="rect">
            <a:avLst/>
          </a:prstGeom>
          <a:solidFill>
            <a:srgbClr val="273383"/>
          </a:solidFill>
          <a:ln/>
        </p:spPr>
        <p:txBody>
          <a:bodyPr/>
          <a:lstStyle/>
          <a:p>
            <a:endParaRPr lang="en-IN"/>
          </a:p>
        </p:txBody>
      </p:sp>
      <p:sp>
        <p:nvSpPr>
          <p:cNvPr id="14" name="Shape 9"/>
          <p:cNvSpPr/>
          <p:nvPr/>
        </p:nvSpPr>
        <p:spPr>
          <a:xfrm>
            <a:off x="580644" y="2604211"/>
            <a:ext cx="1104595" cy="9144"/>
          </a:xfrm>
          <a:prstGeom prst="rect">
            <a:avLst/>
          </a:prstGeom>
          <a:solidFill>
            <a:srgbClr val="FFFFFF">
              <a:alpha val="10000"/>
            </a:srgbClr>
          </a:solidFill>
          <a:ln/>
        </p:spPr>
        <p:txBody>
          <a:bodyPr/>
          <a:lstStyle/>
          <a:p>
            <a:endParaRPr lang="en-IN"/>
          </a:p>
        </p:txBody>
      </p:sp>
      <p:sp>
        <p:nvSpPr>
          <p:cNvPr id="15" name="Shape 10"/>
          <p:cNvSpPr/>
          <p:nvPr/>
        </p:nvSpPr>
        <p:spPr>
          <a:xfrm>
            <a:off x="1684325" y="2604211"/>
            <a:ext cx="2210105" cy="9144"/>
          </a:xfrm>
          <a:prstGeom prst="rect">
            <a:avLst/>
          </a:prstGeom>
          <a:solidFill>
            <a:srgbClr val="FFFFFF">
              <a:alpha val="10000"/>
            </a:srgbClr>
          </a:solidFill>
          <a:ln/>
        </p:spPr>
        <p:txBody>
          <a:bodyPr/>
          <a:lstStyle/>
          <a:p>
            <a:endParaRPr lang="en-IN"/>
          </a:p>
        </p:txBody>
      </p:sp>
      <p:sp>
        <p:nvSpPr>
          <p:cNvPr id="16" name="Shape 11"/>
          <p:cNvSpPr/>
          <p:nvPr/>
        </p:nvSpPr>
        <p:spPr>
          <a:xfrm>
            <a:off x="3889858" y="2604211"/>
            <a:ext cx="4419295" cy="9144"/>
          </a:xfrm>
          <a:prstGeom prst="rect">
            <a:avLst/>
          </a:prstGeom>
          <a:solidFill>
            <a:srgbClr val="FFFFFF">
              <a:alpha val="10000"/>
            </a:srgbClr>
          </a:solidFill>
          <a:ln/>
        </p:spPr>
        <p:txBody>
          <a:bodyPr/>
          <a:lstStyle/>
          <a:p>
            <a:endParaRPr lang="en-IN"/>
          </a:p>
        </p:txBody>
      </p:sp>
      <p:sp>
        <p:nvSpPr>
          <p:cNvPr id="17" name="Shape 12"/>
          <p:cNvSpPr/>
          <p:nvPr/>
        </p:nvSpPr>
        <p:spPr>
          <a:xfrm>
            <a:off x="8301838" y="2604211"/>
            <a:ext cx="3314700" cy="9144"/>
          </a:xfrm>
          <a:prstGeom prst="rect">
            <a:avLst/>
          </a:prstGeom>
          <a:solidFill>
            <a:srgbClr val="FFFFFF">
              <a:alpha val="10000"/>
            </a:srgbClr>
          </a:solidFill>
          <a:ln/>
        </p:spPr>
        <p:txBody>
          <a:bodyPr/>
          <a:lstStyle/>
          <a:p>
            <a:endParaRPr lang="en-IN"/>
          </a:p>
        </p:txBody>
      </p:sp>
      <p:sp>
        <p:nvSpPr>
          <p:cNvPr id="18" name="Shape 13"/>
          <p:cNvSpPr/>
          <p:nvPr/>
        </p:nvSpPr>
        <p:spPr>
          <a:xfrm>
            <a:off x="580644" y="2606954"/>
            <a:ext cx="11030407" cy="457200"/>
          </a:xfrm>
          <a:prstGeom prst="rect">
            <a:avLst/>
          </a:prstGeom>
          <a:solidFill>
            <a:srgbClr val="FFFFFF">
              <a:alpha val="3000"/>
            </a:srgbClr>
          </a:solidFill>
          <a:ln/>
        </p:spPr>
        <p:txBody>
          <a:bodyPr/>
          <a:lstStyle/>
          <a:p>
            <a:endParaRPr lang="en-IN"/>
          </a:p>
        </p:txBody>
      </p:sp>
      <p:sp>
        <p:nvSpPr>
          <p:cNvPr id="19" name="Shape 14"/>
          <p:cNvSpPr/>
          <p:nvPr/>
        </p:nvSpPr>
        <p:spPr>
          <a:xfrm>
            <a:off x="580644" y="3055010"/>
            <a:ext cx="1104595" cy="9144"/>
          </a:xfrm>
          <a:prstGeom prst="rect">
            <a:avLst/>
          </a:prstGeom>
          <a:solidFill>
            <a:srgbClr val="FFFFFF">
              <a:alpha val="10000"/>
            </a:srgbClr>
          </a:solidFill>
          <a:ln/>
        </p:spPr>
        <p:txBody>
          <a:bodyPr/>
          <a:lstStyle/>
          <a:p>
            <a:endParaRPr lang="en-IN"/>
          </a:p>
        </p:txBody>
      </p:sp>
      <p:sp>
        <p:nvSpPr>
          <p:cNvPr id="20" name="Shape 15"/>
          <p:cNvSpPr/>
          <p:nvPr/>
        </p:nvSpPr>
        <p:spPr>
          <a:xfrm>
            <a:off x="1684325" y="3055010"/>
            <a:ext cx="2210105" cy="9144"/>
          </a:xfrm>
          <a:prstGeom prst="rect">
            <a:avLst/>
          </a:prstGeom>
          <a:solidFill>
            <a:srgbClr val="FFFFFF">
              <a:alpha val="10000"/>
            </a:srgbClr>
          </a:solidFill>
          <a:ln/>
        </p:spPr>
        <p:txBody>
          <a:bodyPr/>
          <a:lstStyle/>
          <a:p>
            <a:endParaRPr lang="en-IN"/>
          </a:p>
        </p:txBody>
      </p:sp>
      <p:sp>
        <p:nvSpPr>
          <p:cNvPr id="21" name="Shape 16"/>
          <p:cNvSpPr/>
          <p:nvPr/>
        </p:nvSpPr>
        <p:spPr>
          <a:xfrm>
            <a:off x="3889858" y="3055010"/>
            <a:ext cx="4419295" cy="9144"/>
          </a:xfrm>
          <a:prstGeom prst="rect">
            <a:avLst/>
          </a:prstGeom>
          <a:solidFill>
            <a:srgbClr val="FFFFFF">
              <a:alpha val="10000"/>
            </a:srgbClr>
          </a:solidFill>
          <a:ln/>
        </p:spPr>
        <p:txBody>
          <a:bodyPr/>
          <a:lstStyle/>
          <a:p>
            <a:endParaRPr lang="en-IN"/>
          </a:p>
        </p:txBody>
      </p:sp>
      <p:sp>
        <p:nvSpPr>
          <p:cNvPr id="22" name="Shape 17"/>
          <p:cNvSpPr/>
          <p:nvPr/>
        </p:nvSpPr>
        <p:spPr>
          <a:xfrm>
            <a:off x="8301838" y="3055010"/>
            <a:ext cx="3314700" cy="9144"/>
          </a:xfrm>
          <a:prstGeom prst="rect">
            <a:avLst/>
          </a:prstGeom>
          <a:solidFill>
            <a:srgbClr val="FFFFFF">
              <a:alpha val="10000"/>
            </a:srgbClr>
          </a:solidFill>
          <a:ln/>
        </p:spPr>
        <p:txBody>
          <a:bodyPr/>
          <a:lstStyle/>
          <a:p>
            <a:endParaRPr lang="en-IN"/>
          </a:p>
        </p:txBody>
      </p:sp>
      <p:sp>
        <p:nvSpPr>
          <p:cNvPr id="23" name="Shape 18"/>
          <p:cNvSpPr/>
          <p:nvPr/>
        </p:nvSpPr>
        <p:spPr>
          <a:xfrm>
            <a:off x="580644" y="3510382"/>
            <a:ext cx="1104595" cy="9144"/>
          </a:xfrm>
          <a:prstGeom prst="rect">
            <a:avLst/>
          </a:prstGeom>
          <a:solidFill>
            <a:srgbClr val="FFFFFF">
              <a:alpha val="10000"/>
            </a:srgbClr>
          </a:solidFill>
          <a:ln/>
        </p:spPr>
        <p:txBody>
          <a:bodyPr/>
          <a:lstStyle/>
          <a:p>
            <a:endParaRPr lang="en-IN"/>
          </a:p>
        </p:txBody>
      </p:sp>
      <p:sp>
        <p:nvSpPr>
          <p:cNvPr id="24" name="Shape 19"/>
          <p:cNvSpPr/>
          <p:nvPr/>
        </p:nvSpPr>
        <p:spPr>
          <a:xfrm>
            <a:off x="1684325" y="3510382"/>
            <a:ext cx="2210105" cy="9144"/>
          </a:xfrm>
          <a:prstGeom prst="rect">
            <a:avLst/>
          </a:prstGeom>
          <a:solidFill>
            <a:srgbClr val="FFFFFF">
              <a:alpha val="10000"/>
            </a:srgbClr>
          </a:solidFill>
          <a:ln/>
        </p:spPr>
        <p:txBody>
          <a:bodyPr/>
          <a:lstStyle/>
          <a:p>
            <a:endParaRPr lang="en-IN"/>
          </a:p>
        </p:txBody>
      </p:sp>
      <p:sp>
        <p:nvSpPr>
          <p:cNvPr id="25" name="Shape 20"/>
          <p:cNvSpPr/>
          <p:nvPr/>
        </p:nvSpPr>
        <p:spPr>
          <a:xfrm>
            <a:off x="3889858" y="3510382"/>
            <a:ext cx="4419295" cy="9144"/>
          </a:xfrm>
          <a:prstGeom prst="rect">
            <a:avLst/>
          </a:prstGeom>
          <a:solidFill>
            <a:srgbClr val="FFFFFF">
              <a:alpha val="10000"/>
            </a:srgbClr>
          </a:solidFill>
          <a:ln/>
        </p:spPr>
        <p:txBody>
          <a:bodyPr/>
          <a:lstStyle/>
          <a:p>
            <a:endParaRPr lang="en-IN"/>
          </a:p>
        </p:txBody>
      </p:sp>
      <p:sp>
        <p:nvSpPr>
          <p:cNvPr id="26" name="Shape 21"/>
          <p:cNvSpPr/>
          <p:nvPr/>
        </p:nvSpPr>
        <p:spPr>
          <a:xfrm>
            <a:off x="8301838" y="3510382"/>
            <a:ext cx="3314700" cy="9144"/>
          </a:xfrm>
          <a:prstGeom prst="rect">
            <a:avLst/>
          </a:prstGeom>
          <a:solidFill>
            <a:srgbClr val="FFFFFF">
              <a:alpha val="10000"/>
            </a:srgbClr>
          </a:solidFill>
          <a:ln/>
        </p:spPr>
        <p:txBody>
          <a:bodyPr/>
          <a:lstStyle/>
          <a:p>
            <a:endParaRPr lang="en-IN"/>
          </a:p>
        </p:txBody>
      </p:sp>
      <p:sp>
        <p:nvSpPr>
          <p:cNvPr id="27" name="Shape 22"/>
          <p:cNvSpPr/>
          <p:nvPr/>
        </p:nvSpPr>
        <p:spPr>
          <a:xfrm>
            <a:off x="580644" y="3517697"/>
            <a:ext cx="11030407" cy="457200"/>
          </a:xfrm>
          <a:prstGeom prst="rect">
            <a:avLst/>
          </a:prstGeom>
          <a:solidFill>
            <a:srgbClr val="FFFFFF">
              <a:alpha val="3000"/>
            </a:srgbClr>
          </a:solidFill>
          <a:ln/>
        </p:spPr>
        <p:txBody>
          <a:bodyPr/>
          <a:lstStyle/>
          <a:p>
            <a:endParaRPr lang="en-IN"/>
          </a:p>
        </p:txBody>
      </p:sp>
      <p:pic>
        <p:nvPicPr>
          <p:cNvPr id="28" name="Image 3" descr="preencoded.png"/>
          <p:cNvPicPr>
            <a:picLocks noChangeAspect="1"/>
          </p:cNvPicPr>
          <p:nvPr/>
        </p:nvPicPr>
        <p:blipFill>
          <a:blip r:embed="rId4"/>
          <a:srcRect/>
          <a:stretch/>
        </p:blipFill>
        <p:spPr>
          <a:xfrm>
            <a:off x="571500" y="4151376"/>
            <a:ext cx="133502" cy="133502"/>
          </a:xfrm>
          <a:prstGeom prst="rect">
            <a:avLst/>
          </a:prstGeom>
        </p:spPr>
      </p:pic>
      <p:sp>
        <p:nvSpPr>
          <p:cNvPr id="29" name="Text 23"/>
          <p:cNvSpPr txBox="1"/>
          <p:nvPr/>
        </p:nvSpPr>
        <p:spPr>
          <a:xfrm>
            <a:off x="780898" y="4120286"/>
            <a:ext cx="5574182" cy="200254"/>
          </a:xfrm>
          <a:prstGeom prst="rect">
            <a:avLst/>
          </a:prstGeom>
          <a:noFill/>
          <a:ln/>
        </p:spPr>
        <p:txBody>
          <a:bodyPr wrap="square" lIns="0" tIns="0" rIns="0" bIns="0" rtlCol="0" anchor="ctr"/>
          <a:lstStyle/>
          <a:p>
            <a:pPr marL="0" indent="0" algn="l">
              <a:buNone/>
            </a:pPr>
            <a:r>
              <a:rPr lang="en-US" sz="1000" b="1" i="1" dirty="0">
                <a:solidFill>
                  <a:srgbClr val="AAAAAA"/>
                </a:solidFill>
                <a:latin typeface="Poppins" pitchFamily="34" charset="0"/>
                <a:ea typeface="Poppins" pitchFamily="34" charset="-122"/>
                <a:cs typeface="Poppins" pitchFamily="34" charset="-120"/>
              </a:rPr>
              <a:t>A team can have up to 4 members including the team leader. Add rows if necessary.</a:t>
            </a:r>
            <a:endParaRPr lang="en-US" sz="1000" b="1" dirty="0"/>
          </a:p>
        </p:txBody>
      </p:sp>
      <p:sp>
        <p:nvSpPr>
          <p:cNvPr id="30" name="Shape 24"/>
          <p:cNvSpPr/>
          <p:nvPr/>
        </p:nvSpPr>
        <p:spPr>
          <a:xfrm>
            <a:off x="571500" y="4543654"/>
            <a:ext cx="11048695" cy="2029054"/>
          </a:xfrm>
          <a:prstGeom prst="roundRect">
            <a:avLst>
              <a:gd name="adj" fmla="val 2539"/>
            </a:avLst>
          </a:prstGeom>
          <a:solidFill>
            <a:srgbClr val="FFFFFF">
              <a:alpha val="5000"/>
            </a:srgbClr>
          </a:solidFill>
          <a:ln w="12700">
            <a:solidFill>
              <a:srgbClr val="1E3A8A"/>
            </a:solidFill>
            <a:prstDash val="solid"/>
          </a:ln>
        </p:spPr>
        <p:txBody>
          <a:bodyPr/>
          <a:lstStyle/>
          <a:p>
            <a:endParaRPr lang="en-IN"/>
          </a:p>
        </p:txBody>
      </p:sp>
      <p:sp>
        <p:nvSpPr>
          <p:cNvPr id="31" name="Shape 25"/>
          <p:cNvSpPr/>
          <p:nvPr/>
        </p:nvSpPr>
        <p:spPr>
          <a:xfrm>
            <a:off x="771754" y="5048402"/>
            <a:ext cx="10649102" cy="437998"/>
          </a:xfrm>
          <a:prstGeom prst="roundRect">
            <a:avLst>
              <a:gd name="adj" fmla="val 27231"/>
            </a:avLst>
          </a:prstGeom>
          <a:solidFill>
            <a:srgbClr val="FFFFFF">
              <a:alpha val="10000"/>
            </a:srgbClr>
          </a:solidFill>
          <a:ln w="12700">
            <a:solidFill>
              <a:srgbClr val="AEFF82">
                <a:alpha val="30000"/>
              </a:srgbClr>
            </a:solidFill>
            <a:prstDash val="solid"/>
          </a:ln>
        </p:spPr>
        <p:txBody>
          <a:bodyPr/>
          <a:lstStyle/>
          <a:p>
            <a:endParaRPr lang="en-IN"/>
          </a:p>
        </p:txBody>
      </p:sp>
      <p:sp>
        <p:nvSpPr>
          <p:cNvPr id="32" name="Shape 26"/>
          <p:cNvSpPr/>
          <p:nvPr/>
        </p:nvSpPr>
        <p:spPr>
          <a:xfrm>
            <a:off x="771754" y="5934456"/>
            <a:ext cx="5229454" cy="437998"/>
          </a:xfrm>
          <a:prstGeom prst="roundRect">
            <a:avLst>
              <a:gd name="adj" fmla="val 27231"/>
            </a:avLst>
          </a:prstGeom>
          <a:solidFill>
            <a:srgbClr val="FFFFFF">
              <a:alpha val="10000"/>
            </a:srgbClr>
          </a:solidFill>
          <a:ln w="12700">
            <a:solidFill>
              <a:srgbClr val="AEFF82">
                <a:alpha val="30000"/>
              </a:srgbClr>
            </a:solidFill>
            <a:prstDash val="solid"/>
          </a:ln>
        </p:spPr>
        <p:txBody>
          <a:bodyPr/>
          <a:lstStyle/>
          <a:p>
            <a:endParaRPr lang="en-IN"/>
          </a:p>
        </p:txBody>
      </p:sp>
      <p:sp>
        <p:nvSpPr>
          <p:cNvPr id="33" name="Shape 27"/>
          <p:cNvSpPr/>
          <p:nvPr/>
        </p:nvSpPr>
        <p:spPr>
          <a:xfrm>
            <a:off x="6191402" y="5934456"/>
            <a:ext cx="5229454" cy="437998"/>
          </a:xfrm>
          <a:prstGeom prst="roundRect">
            <a:avLst>
              <a:gd name="adj" fmla="val 27231"/>
            </a:avLst>
          </a:prstGeom>
          <a:solidFill>
            <a:srgbClr val="FFFFFF">
              <a:alpha val="10000"/>
            </a:srgbClr>
          </a:solidFill>
          <a:ln w="12700">
            <a:solidFill>
              <a:srgbClr val="AEFF82">
                <a:alpha val="30000"/>
              </a:srgbClr>
            </a:solidFill>
            <a:prstDash val="solid"/>
          </a:ln>
        </p:spPr>
        <p:txBody>
          <a:bodyPr/>
          <a:lstStyle/>
          <a:p>
            <a:endParaRPr lang="en-IN"/>
          </a:p>
        </p:txBody>
      </p:sp>
      <p:sp>
        <p:nvSpPr>
          <p:cNvPr id="34" name="Text 28"/>
          <p:cNvSpPr txBox="1"/>
          <p:nvPr/>
        </p:nvSpPr>
        <p:spPr>
          <a:xfrm>
            <a:off x="761695" y="1086307"/>
            <a:ext cx="2053742" cy="381305"/>
          </a:xfrm>
          <a:prstGeom prst="rect">
            <a:avLst/>
          </a:prstGeom>
          <a:noFill/>
          <a:ln/>
        </p:spPr>
        <p:txBody>
          <a:bodyPr wrap="square" lIns="0" tIns="0" rIns="0" bIns="0" rtlCol="0" anchor="ctr"/>
          <a:lstStyle/>
          <a:p>
            <a:pPr marL="0" indent="0" algn="l">
              <a:buNone/>
            </a:pPr>
            <a:r>
              <a:rPr lang="en-US" sz="2100" b="1" dirty="0">
                <a:solidFill>
                  <a:srgbClr val="FFFFFF"/>
                </a:solidFill>
                <a:latin typeface="Poppins" pitchFamily="34" charset="0"/>
                <a:ea typeface="Poppins" pitchFamily="34" charset="-122"/>
                <a:cs typeface="Poppins" pitchFamily="34" charset="-120"/>
              </a:rPr>
              <a:t>Team Details</a:t>
            </a:r>
            <a:endParaRPr lang="en-US" sz="2100" dirty="0"/>
          </a:p>
        </p:txBody>
      </p:sp>
      <p:sp>
        <p:nvSpPr>
          <p:cNvPr id="35" name="Text 29"/>
          <p:cNvSpPr txBox="1"/>
          <p:nvPr/>
        </p:nvSpPr>
        <p:spPr>
          <a:xfrm>
            <a:off x="8076895" y="1237183"/>
            <a:ext cx="1105510" cy="219456"/>
          </a:xfrm>
          <a:prstGeom prst="rect">
            <a:avLst/>
          </a:prstGeom>
          <a:noFill/>
          <a:ln/>
        </p:spPr>
        <p:txBody>
          <a:bodyPr wrap="square" lIns="0" tIns="0" rIns="0" bIns="0" rtlCol="0" anchor="ctr"/>
          <a:lstStyle/>
          <a:p>
            <a:pPr marL="0" indent="0" algn="l">
              <a:buNone/>
            </a:pPr>
            <a:r>
              <a:rPr lang="en-US" sz="1200" b="1" dirty="0">
                <a:solidFill>
                  <a:srgbClr val="AEFF82"/>
                </a:solidFill>
                <a:latin typeface="Poppins" pitchFamily="34" charset="0"/>
                <a:ea typeface="Poppins" pitchFamily="34" charset="-122"/>
                <a:cs typeface="Poppins" pitchFamily="34" charset="-120"/>
              </a:rPr>
              <a:t>Team Name:</a:t>
            </a:r>
            <a:endParaRPr lang="en-US" sz="1200" dirty="0"/>
          </a:p>
        </p:txBody>
      </p:sp>
      <p:sp>
        <p:nvSpPr>
          <p:cNvPr id="36" name="Text 30"/>
          <p:cNvSpPr txBox="1"/>
          <p:nvPr/>
        </p:nvSpPr>
        <p:spPr>
          <a:xfrm>
            <a:off x="771754" y="1836115"/>
            <a:ext cx="598932" cy="191110"/>
          </a:xfrm>
          <a:prstGeom prst="rect">
            <a:avLst/>
          </a:prstGeom>
          <a:noFill/>
          <a:ln/>
        </p:spPr>
        <p:txBody>
          <a:bodyPr wrap="square" lIns="0" tIns="0" rIns="0" bIns="0" rtlCol="0" anchor="ctr"/>
          <a:lstStyle/>
          <a:p>
            <a:pPr marL="0" indent="0" algn="l">
              <a:buNone/>
            </a:pPr>
            <a:r>
              <a:rPr lang="en-US" sz="1000" b="1" dirty="0">
                <a:solidFill>
                  <a:srgbClr val="AEFF82"/>
                </a:solidFill>
                <a:latin typeface="Poppins" pitchFamily="34" charset="0"/>
                <a:ea typeface="Poppins" pitchFamily="34" charset="-122"/>
                <a:cs typeface="Poppins" pitchFamily="34" charset="-120"/>
              </a:rPr>
              <a:t>SR. NO</a:t>
            </a:r>
            <a:endParaRPr lang="en-US" sz="1000" dirty="0"/>
          </a:p>
        </p:txBody>
      </p:sp>
      <p:sp>
        <p:nvSpPr>
          <p:cNvPr id="37" name="Text 31"/>
          <p:cNvSpPr txBox="1"/>
          <p:nvPr/>
        </p:nvSpPr>
        <p:spPr>
          <a:xfrm>
            <a:off x="1874520" y="1836115"/>
            <a:ext cx="465430" cy="191110"/>
          </a:xfrm>
          <a:prstGeom prst="rect">
            <a:avLst/>
          </a:prstGeom>
          <a:noFill/>
          <a:ln/>
        </p:spPr>
        <p:txBody>
          <a:bodyPr wrap="square" lIns="0" tIns="0" rIns="0" bIns="0" rtlCol="0" anchor="ctr"/>
          <a:lstStyle/>
          <a:p>
            <a:pPr marL="0" indent="0" algn="l">
              <a:buNone/>
            </a:pPr>
            <a:r>
              <a:rPr lang="en-US" sz="1000" b="1" dirty="0">
                <a:solidFill>
                  <a:srgbClr val="AEFF82"/>
                </a:solidFill>
                <a:latin typeface="Poppins" pitchFamily="34" charset="0"/>
                <a:ea typeface="Poppins" pitchFamily="34" charset="-122"/>
                <a:cs typeface="Poppins" pitchFamily="34" charset="-120"/>
              </a:rPr>
              <a:t>ROLE</a:t>
            </a:r>
            <a:endParaRPr lang="en-US" sz="1000" dirty="0"/>
          </a:p>
        </p:txBody>
      </p:sp>
      <p:sp>
        <p:nvSpPr>
          <p:cNvPr id="38" name="Text 32"/>
          <p:cNvSpPr txBox="1"/>
          <p:nvPr/>
        </p:nvSpPr>
        <p:spPr>
          <a:xfrm>
            <a:off x="4080053" y="1836115"/>
            <a:ext cx="532181" cy="191110"/>
          </a:xfrm>
          <a:prstGeom prst="rect">
            <a:avLst/>
          </a:prstGeom>
          <a:noFill/>
          <a:ln/>
        </p:spPr>
        <p:txBody>
          <a:bodyPr wrap="square" lIns="0" tIns="0" rIns="0" bIns="0" rtlCol="0" anchor="ctr"/>
          <a:lstStyle/>
          <a:p>
            <a:pPr marL="0" indent="0" algn="l">
              <a:buNone/>
            </a:pPr>
            <a:r>
              <a:rPr lang="en-US" sz="1000" b="1" dirty="0">
                <a:solidFill>
                  <a:srgbClr val="AEFF82"/>
                </a:solidFill>
                <a:latin typeface="Poppins" pitchFamily="34" charset="0"/>
                <a:ea typeface="Poppins" pitchFamily="34" charset="-122"/>
                <a:cs typeface="Poppins" pitchFamily="34" charset="-120"/>
              </a:rPr>
              <a:t>NAME</a:t>
            </a:r>
            <a:endParaRPr lang="en-US" sz="1000" dirty="0"/>
          </a:p>
        </p:txBody>
      </p:sp>
      <p:sp>
        <p:nvSpPr>
          <p:cNvPr id="39" name="Text 33"/>
          <p:cNvSpPr txBox="1"/>
          <p:nvPr/>
        </p:nvSpPr>
        <p:spPr>
          <a:xfrm>
            <a:off x="8492033" y="1836115"/>
            <a:ext cx="1313078" cy="191110"/>
          </a:xfrm>
          <a:prstGeom prst="rect">
            <a:avLst/>
          </a:prstGeom>
          <a:noFill/>
          <a:ln/>
        </p:spPr>
        <p:txBody>
          <a:bodyPr wrap="square" lIns="0" tIns="0" rIns="0" bIns="0" rtlCol="0" anchor="ctr"/>
          <a:lstStyle/>
          <a:p>
            <a:pPr marL="0" indent="0" algn="l">
              <a:buNone/>
            </a:pPr>
            <a:r>
              <a:rPr lang="en-US" sz="1000" b="1" dirty="0">
                <a:solidFill>
                  <a:srgbClr val="AEFF82"/>
                </a:solidFill>
                <a:latin typeface="Poppins" pitchFamily="34" charset="0"/>
                <a:ea typeface="Poppins" pitchFamily="34" charset="-122"/>
                <a:cs typeface="Poppins" pitchFamily="34" charset="-120"/>
              </a:rPr>
              <a:t>ACADEMIC YEAR</a:t>
            </a:r>
            <a:endParaRPr lang="en-US" sz="1000" dirty="0"/>
          </a:p>
        </p:txBody>
      </p:sp>
      <p:sp>
        <p:nvSpPr>
          <p:cNvPr id="40" name="Text 34"/>
          <p:cNvSpPr txBox="1"/>
          <p:nvPr/>
        </p:nvSpPr>
        <p:spPr>
          <a:xfrm>
            <a:off x="771754" y="2270455"/>
            <a:ext cx="156362"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1</a:t>
            </a:r>
            <a:endParaRPr lang="en-US" sz="1100" dirty="0"/>
          </a:p>
        </p:txBody>
      </p:sp>
      <p:sp>
        <p:nvSpPr>
          <p:cNvPr id="41" name="Text 35"/>
          <p:cNvSpPr txBox="1"/>
          <p:nvPr/>
        </p:nvSpPr>
        <p:spPr>
          <a:xfrm>
            <a:off x="1874520" y="2270455"/>
            <a:ext cx="1070762" cy="200254"/>
          </a:xfrm>
          <a:prstGeom prst="rect">
            <a:avLst/>
          </a:prstGeom>
          <a:noFill/>
          <a:ln/>
        </p:spPr>
        <p:txBody>
          <a:bodyPr wrap="square" lIns="0" tIns="0" rIns="0" bIns="0" rtlCol="0" anchor="ctr"/>
          <a:lstStyle/>
          <a:p>
            <a:pPr marL="0" indent="0" algn="l">
              <a:buNone/>
            </a:pPr>
            <a:r>
              <a:rPr lang="en-US" sz="1100" b="1" dirty="0">
                <a:solidFill>
                  <a:srgbClr val="E0E0E0"/>
                </a:solidFill>
                <a:latin typeface="Poppins" pitchFamily="34" charset="0"/>
                <a:ea typeface="Poppins" pitchFamily="34" charset="-122"/>
                <a:cs typeface="Poppins" pitchFamily="34" charset="-120"/>
              </a:rPr>
              <a:t>Team Leader</a:t>
            </a:r>
            <a:endParaRPr lang="en-US" sz="1100" dirty="0"/>
          </a:p>
        </p:txBody>
      </p:sp>
      <p:sp>
        <p:nvSpPr>
          <p:cNvPr id="42" name="Text 36"/>
          <p:cNvSpPr txBox="1"/>
          <p:nvPr/>
        </p:nvSpPr>
        <p:spPr>
          <a:xfrm>
            <a:off x="771754" y="2725826"/>
            <a:ext cx="194767"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2</a:t>
            </a:r>
            <a:endParaRPr lang="en-US" sz="1100" dirty="0"/>
          </a:p>
        </p:txBody>
      </p:sp>
      <p:sp>
        <p:nvSpPr>
          <p:cNvPr id="43" name="Text 37"/>
          <p:cNvSpPr txBox="1"/>
          <p:nvPr/>
        </p:nvSpPr>
        <p:spPr>
          <a:xfrm>
            <a:off x="1874520" y="2725826"/>
            <a:ext cx="804672"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Member 1</a:t>
            </a:r>
            <a:endParaRPr lang="en-US" sz="1100" dirty="0"/>
          </a:p>
        </p:txBody>
      </p:sp>
      <p:sp>
        <p:nvSpPr>
          <p:cNvPr id="44" name="Text 38"/>
          <p:cNvSpPr txBox="1"/>
          <p:nvPr/>
        </p:nvSpPr>
        <p:spPr>
          <a:xfrm>
            <a:off x="771754" y="3181198"/>
            <a:ext cx="194767"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3</a:t>
            </a:r>
            <a:endParaRPr lang="en-US" sz="1100" dirty="0"/>
          </a:p>
        </p:txBody>
      </p:sp>
      <p:sp>
        <p:nvSpPr>
          <p:cNvPr id="45" name="Text 39"/>
          <p:cNvSpPr txBox="1"/>
          <p:nvPr/>
        </p:nvSpPr>
        <p:spPr>
          <a:xfrm>
            <a:off x="1874520" y="3181198"/>
            <a:ext cx="842162"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Member 2</a:t>
            </a:r>
            <a:endParaRPr lang="en-US" sz="1100" dirty="0"/>
          </a:p>
        </p:txBody>
      </p:sp>
      <p:sp>
        <p:nvSpPr>
          <p:cNvPr id="46" name="Text 40"/>
          <p:cNvSpPr txBox="1"/>
          <p:nvPr/>
        </p:nvSpPr>
        <p:spPr>
          <a:xfrm>
            <a:off x="771754" y="3636569"/>
            <a:ext cx="203911"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4</a:t>
            </a:r>
            <a:endParaRPr lang="en-US" sz="1100" dirty="0"/>
          </a:p>
        </p:txBody>
      </p:sp>
      <p:sp>
        <p:nvSpPr>
          <p:cNvPr id="47" name="Text 41"/>
          <p:cNvSpPr txBox="1"/>
          <p:nvPr/>
        </p:nvSpPr>
        <p:spPr>
          <a:xfrm>
            <a:off x="1874520" y="3636569"/>
            <a:ext cx="842162"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Member 3</a:t>
            </a:r>
            <a:endParaRPr lang="en-US" sz="1100" dirty="0"/>
          </a:p>
        </p:txBody>
      </p:sp>
      <p:pic>
        <p:nvPicPr>
          <p:cNvPr id="48" name="Image 4" descr="preencoded.png"/>
          <p:cNvPicPr>
            <a:picLocks noChangeAspect="1"/>
          </p:cNvPicPr>
          <p:nvPr/>
        </p:nvPicPr>
        <p:blipFill>
          <a:blip r:embed="rId5"/>
          <a:srcRect l="-2994" r="-2994"/>
          <a:stretch/>
        </p:blipFill>
        <p:spPr>
          <a:xfrm>
            <a:off x="771754" y="4772254"/>
            <a:ext cx="161849" cy="152705"/>
          </a:xfrm>
          <a:prstGeom prst="rect">
            <a:avLst/>
          </a:prstGeom>
        </p:spPr>
      </p:pic>
      <p:sp>
        <p:nvSpPr>
          <p:cNvPr id="49" name="Text 42"/>
          <p:cNvSpPr txBox="1"/>
          <p:nvPr/>
        </p:nvSpPr>
        <p:spPr>
          <a:xfrm>
            <a:off x="1009498" y="4743907"/>
            <a:ext cx="1343254" cy="219456"/>
          </a:xfrm>
          <a:prstGeom prst="rect">
            <a:avLst/>
          </a:prstGeom>
          <a:noFill/>
          <a:ln/>
        </p:spPr>
        <p:txBody>
          <a:bodyPr wrap="square" lIns="0" tIns="0" rIns="0" bIns="0" rtlCol="0" anchor="ctr"/>
          <a:lstStyle/>
          <a:p>
            <a:pPr marL="0" indent="0" algn="l">
              <a:buNone/>
            </a:pPr>
            <a:r>
              <a:rPr lang="en-US" sz="1200" b="1" dirty="0">
                <a:solidFill>
                  <a:srgbClr val="AEFF82"/>
                </a:solidFill>
                <a:latin typeface="Poppins" pitchFamily="34" charset="0"/>
                <a:ea typeface="Poppins" pitchFamily="34" charset="-122"/>
                <a:cs typeface="Poppins" pitchFamily="34" charset="-120"/>
              </a:rPr>
              <a:t>COLLEGE NAME</a:t>
            </a:r>
            <a:endParaRPr lang="en-US" sz="1200" dirty="0"/>
          </a:p>
        </p:txBody>
      </p:sp>
      <p:pic>
        <p:nvPicPr>
          <p:cNvPr id="50" name="Image 5" descr="preencoded.png"/>
          <p:cNvPicPr>
            <a:picLocks noChangeAspect="1"/>
          </p:cNvPicPr>
          <p:nvPr/>
        </p:nvPicPr>
        <p:blipFill>
          <a:blip r:embed="rId6"/>
          <a:srcRect l="-2994" r="-2994"/>
          <a:stretch/>
        </p:blipFill>
        <p:spPr>
          <a:xfrm>
            <a:off x="771754" y="5658307"/>
            <a:ext cx="161849" cy="152705"/>
          </a:xfrm>
          <a:prstGeom prst="rect">
            <a:avLst/>
          </a:prstGeom>
        </p:spPr>
      </p:pic>
      <p:sp>
        <p:nvSpPr>
          <p:cNvPr id="51" name="Text 43"/>
          <p:cNvSpPr txBox="1"/>
          <p:nvPr/>
        </p:nvSpPr>
        <p:spPr>
          <a:xfrm>
            <a:off x="1009498" y="5629046"/>
            <a:ext cx="2772461" cy="219456"/>
          </a:xfrm>
          <a:prstGeom prst="rect">
            <a:avLst/>
          </a:prstGeom>
          <a:noFill/>
          <a:ln/>
        </p:spPr>
        <p:txBody>
          <a:bodyPr wrap="square" lIns="0" tIns="0" rIns="0" bIns="0" rtlCol="0" anchor="ctr"/>
          <a:lstStyle/>
          <a:p>
            <a:pPr marL="0" indent="0" algn="l">
              <a:buNone/>
            </a:pPr>
            <a:r>
              <a:rPr lang="en-US" sz="1200" b="1" dirty="0">
                <a:solidFill>
                  <a:srgbClr val="AEFF82"/>
                </a:solidFill>
                <a:latin typeface="Poppins" pitchFamily="34" charset="0"/>
                <a:ea typeface="Poppins" pitchFamily="34" charset="-122"/>
                <a:cs typeface="Poppins" pitchFamily="34" charset="-120"/>
              </a:rPr>
              <a:t>TEAM LEADER CONTACT NUMBER</a:t>
            </a:r>
            <a:endParaRPr lang="en-US" sz="1200" dirty="0"/>
          </a:p>
        </p:txBody>
      </p:sp>
      <p:pic>
        <p:nvPicPr>
          <p:cNvPr id="52" name="Image 6" descr="preencoded.png"/>
          <p:cNvPicPr>
            <a:picLocks noChangeAspect="1"/>
          </p:cNvPicPr>
          <p:nvPr/>
        </p:nvPicPr>
        <p:blipFill>
          <a:blip r:embed="rId7"/>
          <a:srcRect l="-2994" r="-2994"/>
          <a:stretch/>
        </p:blipFill>
        <p:spPr>
          <a:xfrm>
            <a:off x="6191402" y="5658307"/>
            <a:ext cx="161849" cy="152705"/>
          </a:xfrm>
          <a:prstGeom prst="rect">
            <a:avLst/>
          </a:prstGeom>
        </p:spPr>
      </p:pic>
      <p:sp>
        <p:nvSpPr>
          <p:cNvPr id="53" name="Text 44"/>
          <p:cNvSpPr txBox="1"/>
          <p:nvPr/>
        </p:nvSpPr>
        <p:spPr>
          <a:xfrm>
            <a:off x="6429146" y="5629046"/>
            <a:ext cx="2514600" cy="219456"/>
          </a:xfrm>
          <a:prstGeom prst="rect">
            <a:avLst/>
          </a:prstGeom>
          <a:noFill/>
          <a:ln/>
        </p:spPr>
        <p:txBody>
          <a:bodyPr wrap="square" lIns="0" tIns="0" rIns="0" bIns="0" rtlCol="0" anchor="ctr"/>
          <a:lstStyle/>
          <a:p>
            <a:pPr marL="0" indent="0" algn="l">
              <a:buNone/>
            </a:pPr>
            <a:r>
              <a:rPr lang="en-US" sz="1200" b="1" dirty="0">
                <a:solidFill>
                  <a:srgbClr val="AEFF82"/>
                </a:solidFill>
                <a:latin typeface="Poppins" pitchFamily="34" charset="0"/>
                <a:ea typeface="Poppins" pitchFamily="34" charset="-122"/>
                <a:cs typeface="Poppins" pitchFamily="34" charset="-120"/>
              </a:rPr>
              <a:t>TEAM LEADER EMAIL ADDRESS</a:t>
            </a:r>
            <a:endParaRPr lang="en-US" sz="1200" dirty="0"/>
          </a:p>
        </p:txBody>
      </p:sp>
      <p:sp>
        <p:nvSpPr>
          <p:cNvPr id="54" name="Text 45"/>
          <p:cNvSpPr txBox="1"/>
          <p:nvPr/>
        </p:nvSpPr>
        <p:spPr>
          <a:xfrm>
            <a:off x="9344254" y="1256386"/>
            <a:ext cx="1719986" cy="191110"/>
          </a:xfrm>
          <a:prstGeom prst="rect">
            <a:avLst/>
          </a:prstGeom>
          <a:noFill/>
          <a:ln/>
        </p:spPr>
        <p:txBody>
          <a:bodyPr wrap="square" lIns="0" tIns="0" rIns="0" bIns="0" rtlCol="0" anchor="ctr"/>
          <a:lstStyle/>
          <a:p>
            <a:pPr marL="0" indent="0" algn="l">
              <a:buNone/>
            </a:pPr>
            <a:r>
              <a:rPr lang="en-US" sz="1000" dirty="0">
                <a:solidFill>
                  <a:srgbClr val="FFFFFF">
                    <a:alpha val="70000"/>
                  </a:srgbClr>
                </a:solidFill>
                <a:latin typeface="Poppins" pitchFamily="34" charset="0"/>
                <a:cs typeface="Poppins" pitchFamily="34" charset="-120"/>
              </a:rPr>
              <a:t>S.H.A.R.P.</a:t>
            </a:r>
            <a:endParaRPr lang="en-US" sz="1000" dirty="0"/>
          </a:p>
        </p:txBody>
      </p:sp>
      <p:sp>
        <p:nvSpPr>
          <p:cNvPr id="55" name="Text 46"/>
          <p:cNvSpPr txBox="1"/>
          <p:nvPr/>
        </p:nvSpPr>
        <p:spPr>
          <a:xfrm>
            <a:off x="4080053" y="2270455"/>
            <a:ext cx="10899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cs typeface="Poppins" pitchFamily="34" charset="-120"/>
              </a:rPr>
              <a:t>R. Arshitha</a:t>
            </a:r>
            <a:endParaRPr lang="en-US" sz="1100" dirty="0"/>
          </a:p>
        </p:txBody>
      </p:sp>
      <p:sp>
        <p:nvSpPr>
          <p:cNvPr id="56" name="Text 47"/>
          <p:cNvSpPr txBox="1"/>
          <p:nvPr/>
        </p:nvSpPr>
        <p:spPr>
          <a:xfrm>
            <a:off x="8492033" y="2270455"/>
            <a:ext cx="9756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cs typeface="Poppins" pitchFamily="34" charset="-120"/>
              </a:rPr>
              <a:t>2026</a:t>
            </a:r>
            <a:endParaRPr lang="en-US" sz="1100" dirty="0"/>
          </a:p>
        </p:txBody>
      </p:sp>
      <p:sp>
        <p:nvSpPr>
          <p:cNvPr id="57" name="Text 48"/>
          <p:cNvSpPr txBox="1"/>
          <p:nvPr/>
        </p:nvSpPr>
        <p:spPr>
          <a:xfrm>
            <a:off x="4080053" y="2725826"/>
            <a:ext cx="10899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{Enter Name}</a:t>
            </a:r>
            <a:endParaRPr lang="en-US" sz="1100" dirty="0"/>
          </a:p>
        </p:txBody>
      </p:sp>
      <p:sp>
        <p:nvSpPr>
          <p:cNvPr id="58" name="Text 49"/>
          <p:cNvSpPr txBox="1"/>
          <p:nvPr/>
        </p:nvSpPr>
        <p:spPr>
          <a:xfrm>
            <a:off x="8492033" y="2725826"/>
            <a:ext cx="9756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{Enter Year}</a:t>
            </a:r>
            <a:endParaRPr lang="en-US" sz="1100" dirty="0"/>
          </a:p>
        </p:txBody>
      </p:sp>
      <p:sp>
        <p:nvSpPr>
          <p:cNvPr id="59" name="Text 50"/>
          <p:cNvSpPr txBox="1"/>
          <p:nvPr/>
        </p:nvSpPr>
        <p:spPr>
          <a:xfrm>
            <a:off x="4080053" y="3181198"/>
            <a:ext cx="10899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{Enter Name}</a:t>
            </a:r>
            <a:endParaRPr lang="en-US" sz="1100" dirty="0"/>
          </a:p>
        </p:txBody>
      </p:sp>
      <p:sp>
        <p:nvSpPr>
          <p:cNvPr id="60" name="Text 51"/>
          <p:cNvSpPr txBox="1"/>
          <p:nvPr/>
        </p:nvSpPr>
        <p:spPr>
          <a:xfrm>
            <a:off x="8492033" y="3181198"/>
            <a:ext cx="9756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{Enter Year}</a:t>
            </a:r>
            <a:endParaRPr lang="en-US" sz="1100" dirty="0"/>
          </a:p>
        </p:txBody>
      </p:sp>
      <p:sp>
        <p:nvSpPr>
          <p:cNvPr id="61" name="Text 52"/>
          <p:cNvSpPr txBox="1"/>
          <p:nvPr/>
        </p:nvSpPr>
        <p:spPr>
          <a:xfrm>
            <a:off x="4080053" y="3636569"/>
            <a:ext cx="10899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{Enter Name}</a:t>
            </a:r>
            <a:endParaRPr lang="en-US" sz="1100" dirty="0"/>
          </a:p>
        </p:txBody>
      </p:sp>
      <p:sp>
        <p:nvSpPr>
          <p:cNvPr id="62" name="Text 53"/>
          <p:cNvSpPr txBox="1"/>
          <p:nvPr/>
        </p:nvSpPr>
        <p:spPr>
          <a:xfrm>
            <a:off x="8492033" y="3636569"/>
            <a:ext cx="9756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{Enter Year}</a:t>
            </a:r>
            <a:endParaRPr lang="en-US" sz="1100" dirty="0"/>
          </a:p>
        </p:txBody>
      </p:sp>
      <p:sp>
        <p:nvSpPr>
          <p:cNvPr id="63" name="Text 54"/>
          <p:cNvSpPr txBox="1"/>
          <p:nvPr/>
        </p:nvSpPr>
        <p:spPr>
          <a:xfrm>
            <a:off x="923544" y="5152643"/>
            <a:ext cx="3688690" cy="220371"/>
          </a:xfrm>
          <a:prstGeom prst="rect">
            <a:avLst/>
          </a:prstGeom>
          <a:noFill/>
          <a:ln/>
        </p:spPr>
        <p:txBody>
          <a:bodyPr wrap="square" lIns="0" tIns="0" rIns="0" bIns="0" rtlCol="0" anchor="ctr"/>
          <a:lstStyle/>
          <a:p>
            <a:pPr marL="0" indent="0" algn="l">
              <a:buNone/>
            </a:pPr>
            <a:r>
              <a:rPr lang="en-US" sz="1200" dirty="0">
                <a:solidFill>
                  <a:schemeClr val="bg1">
                    <a:lumMod val="75000"/>
                  </a:schemeClr>
                </a:solidFill>
                <a:latin typeface="Poppins" panose="00000500000000000000" pitchFamily="2" charset="0"/>
                <a:cs typeface="Poppins" panose="00000500000000000000" pitchFamily="2" charset="0"/>
              </a:rPr>
              <a:t>National Institute of Technology Hamirpur</a:t>
            </a:r>
          </a:p>
        </p:txBody>
      </p:sp>
      <p:sp>
        <p:nvSpPr>
          <p:cNvPr id="64" name="Text 55"/>
          <p:cNvSpPr txBox="1"/>
          <p:nvPr/>
        </p:nvSpPr>
        <p:spPr>
          <a:xfrm>
            <a:off x="923544" y="6038698"/>
            <a:ext cx="1534363" cy="219456"/>
          </a:xfrm>
          <a:prstGeom prst="rect">
            <a:avLst/>
          </a:prstGeom>
          <a:noFill/>
          <a:ln/>
        </p:spPr>
        <p:txBody>
          <a:bodyPr wrap="square" lIns="0" tIns="0" rIns="0" bIns="0" rtlCol="0" anchor="ctr"/>
          <a:lstStyle/>
          <a:p>
            <a:pPr marL="0" indent="0" algn="l">
              <a:buNone/>
            </a:pPr>
            <a:r>
              <a:rPr lang="en-US" sz="1200" dirty="0">
                <a:solidFill>
                  <a:srgbClr val="FFFFFF">
                    <a:alpha val="50000"/>
                  </a:srgbClr>
                </a:solidFill>
                <a:latin typeface="Poppins" pitchFamily="34" charset="0"/>
                <a:ea typeface="Poppins" pitchFamily="34" charset="-122"/>
                <a:cs typeface="Poppins" pitchFamily="34" charset="-120"/>
              </a:rPr>
              <a:t>+91 7448556267</a:t>
            </a:r>
            <a:endParaRPr lang="en-US" sz="1200" dirty="0"/>
          </a:p>
        </p:txBody>
      </p:sp>
      <p:sp>
        <p:nvSpPr>
          <p:cNvPr id="65" name="Text 56"/>
          <p:cNvSpPr txBox="1"/>
          <p:nvPr/>
        </p:nvSpPr>
        <p:spPr>
          <a:xfrm>
            <a:off x="6344107" y="6038698"/>
            <a:ext cx="2469693" cy="106985"/>
          </a:xfrm>
          <a:prstGeom prst="rect">
            <a:avLst/>
          </a:prstGeom>
          <a:noFill/>
          <a:ln/>
        </p:spPr>
        <p:txBody>
          <a:bodyPr wrap="square" lIns="0" tIns="0" rIns="0" bIns="0" rtlCol="0" anchor="ctr"/>
          <a:lstStyle/>
          <a:p>
            <a:pPr marL="0" indent="0" algn="l">
              <a:buNone/>
            </a:pPr>
            <a:r>
              <a:rPr lang="en-US" sz="1200" dirty="0">
                <a:solidFill>
                  <a:srgbClr val="FFFFFF">
                    <a:alpha val="50000"/>
                  </a:srgbClr>
                </a:solidFill>
                <a:latin typeface="Poppins" pitchFamily="34" charset="0"/>
                <a:cs typeface="Poppins" pitchFamily="34" charset="-120"/>
              </a:rPr>
              <a:t>arshitharajkumar10@gmail.com</a:t>
            </a:r>
            <a:endParaRPr lang="en-US" sz="1200" dirty="0"/>
          </a:p>
        </p:txBody>
      </p:sp>
      <p:sp>
        <p:nvSpPr>
          <p:cNvPr id="70" name="Shape 1">
            <a:extLst>
              <a:ext uri="{FF2B5EF4-FFF2-40B4-BE49-F238E27FC236}">
                <a16:creationId xmlns:a16="http://schemas.microsoft.com/office/drawing/2014/main" id="{780937B3-EB04-4CBA-C636-AF115BC1E358}"/>
              </a:ext>
            </a:extLst>
          </p:cNvPr>
          <p:cNvSpPr/>
          <p:nvPr/>
        </p:nvSpPr>
        <p:spPr>
          <a:xfrm>
            <a:off x="562356" y="138074"/>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Picture 4">
            <a:extLst>
              <a:ext uri="{FF2B5EF4-FFF2-40B4-BE49-F238E27FC236}">
                <a16:creationId xmlns:a16="http://schemas.microsoft.com/office/drawing/2014/main" id="{5F67FE6B-8CE4-2744-DE3C-E456350E62E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4957" y="273709"/>
            <a:ext cx="9163491" cy="5864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5547665"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Problem Statement Addressed</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412187"/>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4"/>
          <a:srcRect/>
          <a:stretch/>
        </p:blipFill>
        <p:spPr>
          <a:xfrm>
            <a:off x="1133856" y="2583180"/>
            <a:ext cx="228600" cy="228600"/>
          </a:xfrm>
          <a:prstGeom prst="rect">
            <a:avLst/>
          </a:prstGeom>
        </p:spPr>
      </p:pic>
      <p:sp>
        <p:nvSpPr>
          <p:cNvPr id="16" name="Text 10"/>
          <p:cNvSpPr txBox="1"/>
          <p:nvPr/>
        </p:nvSpPr>
        <p:spPr>
          <a:xfrm>
            <a:off x="961949" y="3193085"/>
            <a:ext cx="6277356" cy="314554"/>
          </a:xfrm>
          <a:prstGeom prst="rect">
            <a:avLst/>
          </a:prstGeom>
          <a:noFill/>
          <a:ln/>
        </p:spPr>
        <p:txBody>
          <a:bodyPr wrap="square" lIns="0" tIns="0" rIns="0" bIns="0" rtlCol="0" anchor="ctr"/>
          <a:lstStyle/>
          <a:p>
            <a:r>
              <a:rPr lang="en-US" dirty="0">
                <a:solidFill>
                  <a:srgbClr val="AEFF82">
                    <a:alpha val="80000"/>
                  </a:srgbClr>
                </a:solidFill>
                <a:latin typeface="Poppins" pitchFamily="34" charset="0"/>
                <a:ea typeface="Poppins" pitchFamily="34" charset="-122"/>
                <a:cs typeface="Poppins" pitchFamily="34" charset="-120"/>
              </a:rPr>
              <a:t>AI-Based Restoration of Degraded Images</a:t>
            </a:r>
            <a:endParaRPr lang="en-US" sz="1800" dirty="0"/>
          </a:p>
        </p:txBody>
      </p:sp>
      <p:sp>
        <p:nvSpPr>
          <p:cNvPr id="17" name="Shape 11"/>
          <p:cNvSpPr/>
          <p:nvPr/>
        </p:nvSpPr>
        <p:spPr>
          <a:xfrm>
            <a:off x="838504" y="3768242"/>
            <a:ext cx="10591495" cy="1793746"/>
          </a:xfrm>
          <a:prstGeom prst="roundRect">
            <a:avLst>
              <a:gd name="adj" fmla="val 4277"/>
            </a:avLst>
          </a:prstGeom>
          <a:solidFill>
            <a:srgbClr val="1E3A8A">
              <a:alpha val="40000"/>
            </a:srgbClr>
          </a:solidFill>
          <a:ln w="12700">
            <a:solidFill>
              <a:srgbClr val="1D4ED8"/>
            </a:solidFill>
            <a:prstDash val="solid"/>
          </a:ln>
        </p:spPr>
        <p:txBody>
          <a:bodyPr/>
          <a:lstStyle/>
          <a:p>
            <a:endParaRPr lang="en-IN"/>
          </a:p>
        </p:txBody>
      </p:sp>
      <p:sp>
        <p:nvSpPr>
          <p:cNvPr id="18" name="Text 12"/>
          <p:cNvSpPr txBox="1"/>
          <p:nvPr/>
        </p:nvSpPr>
        <p:spPr>
          <a:xfrm>
            <a:off x="1200606" y="4006900"/>
            <a:ext cx="5517693" cy="276149"/>
          </a:xfrm>
          <a:prstGeom prst="rect">
            <a:avLst/>
          </a:prstGeom>
          <a:noFill/>
          <a:ln/>
        </p:spPr>
        <p:txBody>
          <a:bodyPr wrap="square" lIns="0" tIns="0" rIns="0" bIns="0" rtlCol="0" anchor="ctr"/>
          <a:lstStyle/>
          <a:p>
            <a:r>
              <a:rPr lang="en-US" sz="1000" i="1" dirty="0">
                <a:solidFill>
                  <a:srgbClr val="FFFFFF">
                    <a:alpha val="70000"/>
                  </a:srgbClr>
                </a:solidFill>
                <a:latin typeface="Poppins" pitchFamily="34" charset="0"/>
                <a:ea typeface="Poppins" pitchFamily="34" charset="-122"/>
                <a:cs typeface="Poppins" pitchFamily="34" charset="-120"/>
              </a:rPr>
              <a:t>Why this matters in semiconductor manufacturing:</a:t>
            </a:r>
          </a:p>
        </p:txBody>
      </p:sp>
      <p:sp>
        <p:nvSpPr>
          <p:cNvPr id="19" name="Text 13"/>
          <p:cNvSpPr txBox="1"/>
          <p:nvPr/>
        </p:nvSpPr>
        <p:spPr>
          <a:xfrm>
            <a:off x="1186129" y="4144974"/>
            <a:ext cx="9695993" cy="1417014"/>
          </a:xfrm>
          <a:prstGeom prst="rect">
            <a:avLst/>
          </a:prstGeom>
          <a:noFill/>
          <a:ln/>
        </p:spPr>
        <p:txBody>
          <a:bodyPr wrap="square" lIns="0" tIns="0" rIns="0" bIns="0" rtlCol="0" anchor="ctr"/>
          <a:lstStyle/>
          <a:p>
            <a:pPr algn="just"/>
            <a:r>
              <a:rPr lang="en-US" sz="1300" i="1" dirty="0">
                <a:solidFill>
                  <a:srgbClr val="FFFFFF">
                    <a:alpha val="70000"/>
                  </a:srgbClr>
                </a:solidFill>
                <a:latin typeface="Poppins" pitchFamily="34" charset="0"/>
                <a:ea typeface="Poppins" pitchFamily="34" charset="-122"/>
                <a:cs typeface="Poppins" pitchFamily="34" charset="-120"/>
              </a:rPr>
              <a:t>Inspecting wafers at nanometer scales inherently produces noisy, degraded images due to physical limitations like shot noise, focus drift, and sensor limitations. If standard smoothing filters are used for denoising, critical physical defects (like sub-pixel line breaks or particle contaminants) are permanently blurred away. Accurately restoring these images without hallucinating false structures or blurring out true defects is essential to catching faulty chips before they go to market and maintaining semiconductor yield.</a:t>
            </a:r>
            <a:endParaRPr lang="en-US" sz="1300" dirty="0"/>
          </a:p>
        </p:txBody>
      </p:sp>
      <p:pic>
        <p:nvPicPr>
          <p:cNvPr id="20" name="Picture 19">
            <a:extLst>
              <a:ext uri="{FF2B5EF4-FFF2-40B4-BE49-F238E27FC236}">
                <a16:creationId xmlns:a16="http://schemas.microsoft.com/office/drawing/2014/main" id="{E9F13985-00B4-3FE2-69FB-BA5F88420137}"/>
              </a:ext>
            </a:extLst>
          </p:cNvPr>
          <p:cNvPicPr>
            <a:picLocks noChangeAspect="1"/>
          </p:cNvPicPr>
          <p:nvPr/>
        </p:nvPicPr>
        <p:blipFill>
          <a:blip r:embed="rId5"/>
          <a:stretch>
            <a:fillRect/>
          </a:stretch>
        </p:blipFill>
        <p:spPr>
          <a:xfrm>
            <a:off x="5292164" y="228650"/>
            <a:ext cx="1607366" cy="783591"/>
          </a:xfrm>
          <a:prstGeom prst="rect">
            <a:avLst/>
          </a:prstGeom>
        </p:spPr>
      </p:pic>
      <p:sp>
        <p:nvSpPr>
          <p:cNvPr id="22" name="Shape 1">
            <a:extLst>
              <a:ext uri="{FF2B5EF4-FFF2-40B4-BE49-F238E27FC236}">
                <a16:creationId xmlns:a16="http://schemas.microsoft.com/office/drawing/2014/main" id="{8B3789FB-4EC6-29BB-8AB4-B514BCE88A9C}"/>
              </a:ext>
            </a:extLst>
          </p:cNvPr>
          <p:cNvSpPr/>
          <p:nvPr/>
        </p:nvSpPr>
        <p:spPr>
          <a:xfrm>
            <a:off x="571500" y="266294"/>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Picture 4">
            <a:extLst>
              <a:ext uri="{FF2B5EF4-FFF2-40B4-BE49-F238E27FC236}">
                <a16:creationId xmlns:a16="http://schemas.microsoft.com/office/drawing/2014/main" id="{AFA5626A-1768-0BB6-2B3B-C29607998D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33449" y="416814"/>
            <a:ext cx="9163491" cy="5864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4" y="1295705"/>
            <a:ext cx="10682936" cy="467258"/>
          </a:xfrm>
          <a:prstGeom prst="rect">
            <a:avLst/>
          </a:prstGeom>
          <a:noFill/>
          <a:ln/>
        </p:spPr>
        <p:txBody>
          <a:bodyPr wrap="square" lIns="0" tIns="0" rIns="0" bIns="0" rtlCol="0" anchor="ctr"/>
          <a:lstStyle/>
          <a:p>
            <a:r>
              <a:rPr lang="en-US" sz="2600" b="1" dirty="0">
                <a:solidFill>
                  <a:srgbClr val="FFFFFF"/>
                </a:solidFill>
                <a:latin typeface="Poppins" pitchFamily="34" charset="0"/>
                <a:ea typeface="Poppins" pitchFamily="34" charset="-122"/>
                <a:cs typeface="Poppins" pitchFamily="34" charset="-120"/>
              </a:rPr>
              <a:t>Idea Description </a:t>
            </a:r>
            <a:endParaRPr lang="en-US" sz="2600" dirty="0">
              <a:latin typeface="Poppins" panose="00000500000000000000" pitchFamily="2" charset="0"/>
              <a:cs typeface="Poppins" panose="00000500000000000000" pitchFamily="2" charset="0"/>
            </a:endParaRPr>
          </a:p>
        </p:txBody>
      </p:sp>
      <p:sp>
        <p:nvSpPr>
          <p:cNvPr id="9" name="Shape 4"/>
          <p:cNvSpPr/>
          <p:nvPr/>
        </p:nvSpPr>
        <p:spPr>
          <a:xfrm>
            <a:off x="571500" y="1991005"/>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412187"/>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l="-133" r="-133"/>
          <a:stretch/>
        </p:blipFill>
        <p:spPr>
          <a:xfrm>
            <a:off x="1162202" y="2583180"/>
            <a:ext cx="171907" cy="228600"/>
          </a:xfrm>
          <a:prstGeom prst="rect">
            <a:avLst/>
          </a:prstGeom>
        </p:spPr>
      </p:pic>
      <p:sp>
        <p:nvSpPr>
          <p:cNvPr id="17" name="Shape 11"/>
          <p:cNvSpPr/>
          <p:nvPr/>
        </p:nvSpPr>
        <p:spPr>
          <a:xfrm>
            <a:off x="961949" y="3154681"/>
            <a:ext cx="10163251" cy="1277620"/>
          </a:xfrm>
          <a:prstGeom prst="roundRect">
            <a:avLst>
              <a:gd name="adj" fmla="val 8693"/>
            </a:avLst>
          </a:prstGeom>
          <a:solidFill>
            <a:srgbClr val="1E3A8A">
              <a:alpha val="40000"/>
            </a:srgbClr>
          </a:solidFill>
          <a:ln w="12700">
            <a:solidFill>
              <a:srgbClr val="1D4ED8"/>
            </a:solidFill>
            <a:prstDash val="solid"/>
          </a:ln>
        </p:spPr>
        <p:txBody>
          <a:bodyPr/>
          <a:lstStyle/>
          <a:p>
            <a:endParaRPr lang="en-IN"/>
          </a:p>
        </p:txBody>
      </p:sp>
      <p:sp>
        <p:nvSpPr>
          <p:cNvPr id="18" name="Text 12"/>
          <p:cNvSpPr txBox="1"/>
          <p:nvPr/>
        </p:nvSpPr>
        <p:spPr>
          <a:xfrm>
            <a:off x="1162202" y="3242462"/>
            <a:ext cx="2800198" cy="131674"/>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KEY CONCEPT &amp; APPROACH</a:t>
            </a:r>
            <a:endParaRPr lang="en-US" sz="1000" dirty="0"/>
          </a:p>
        </p:txBody>
      </p:sp>
      <p:sp>
        <p:nvSpPr>
          <p:cNvPr id="19" name="Text 13"/>
          <p:cNvSpPr txBox="1"/>
          <p:nvPr/>
        </p:nvSpPr>
        <p:spPr>
          <a:xfrm>
            <a:off x="1162202" y="3766209"/>
            <a:ext cx="9797898" cy="430683"/>
          </a:xfrm>
          <a:prstGeom prst="rect">
            <a:avLst/>
          </a:prstGeom>
          <a:noFill/>
          <a:ln/>
        </p:spPr>
        <p:txBody>
          <a:bodyPr wrap="square" lIns="0" tIns="0" rIns="0" bIns="0" rtlCol="0" anchor="ctr"/>
          <a:lstStyle/>
          <a:p>
            <a:pPr algn="just"/>
            <a:r>
              <a:rPr lang="en-US" sz="1200" i="1" dirty="0">
                <a:solidFill>
                  <a:srgbClr val="FFFFFF">
                    <a:alpha val="70000"/>
                  </a:srgbClr>
                </a:solidFill>
                <a:latin typeface="Poppins" pitchFamily="34" charset="0"/>
                <a:ea typeface="Poppins" pitchFamily="34" charset="-122"/>
                <a:cs typeface="Poppins" pitchFamily="34" charset="-120"/>
              </a:rPr>
              <a:t>We developed SHARP (Structural High-frequency Aware Restoration Pipeline). We selected a purely convolutional </a:t>
            </a:r>
            <a:r>
              <a:rPr lang="en-US" sz="1200" i="1" dirty="0" err="1">
                <a:solidFill>
                  <a:srgbClr val="FFFFFF">
                    <a:alpha val="70000"/>
                  </a:srgbClr>
                </a:solidFill>
                <a:latin typeface="Poppins" pitchFamily="34" charset="0"/>
                <a:ea typeface="Poppins" pitchFamily="34" charset="-122"/>
                <a:cs typeface="Poppins" pitchFamily="34" charset="-120"/>
              </a:rPr>
              <a:t>NAFNet</a:t>
            </a:r>
            <a:r>
              <a:rPr lang="en-US" sz="1200" i="1" dirty="0">
                <a:solidFill>
                  <a:srgbClr val="FFFFFF">
                    <a:alpha val="70000"/>
                  </a:srgbClr>
                </a:solidFill>
                <a:latin typeface="Poppins" pitchFamily="34" charset="0"/>
                <a:ea typeface="Poppins" pitchFamily="34" charset="-122"/>
                <a:cs typeface="Poppins" pitchFamily="34" charset="-120"/>
              </a:rPr>
              <a:t>-style architecture over heavy Vision Transformers. This guarantees the ultra-low latency required for deployment on H100 hardware while maintaining high restoration capacity.</a:t>
            </a:r>
            <a:endParaRPr lang="en-US" sz="1200" dirty="0"/>
          </a:p>
          <a:p>
            <a:endParaRPr lang="en-US" sz="1200" dirty="0"/>
          </a:p>
        </p:txBody>
      </p:sp>
      <p:sp>
        <p:nvSpPr>
          <p:cNvPr id="20" name="Shape 14"/>
          <p:cNvSpPr/>
          <p:nvPr/>
        </p:nvSpPr>
        <p:spPr>
          <a:xfrm>
            <a:off x="961949" y="4608220"/>
            <a:ext cx="10163251" cy="1563980"/>
          </a:xfrm>
          <a:prstGeom prst="roundRect">
            <a:avLst>
              <a:gd name="adj" fmla="val 8693"/>
            </a:avLst>
          </a:prstGeom>
          <a:solidFill>
            <a:srgbClr val="1E3A8A">
              <a:alpha val="40000"/>
            </a:srgbClr>
          </a:solidFill>
          <a:ln w="12700">
            <a:solidFill>
              <a:srgbClr val="1D4ED8"/>
            </a:solidFill>
            <a:prstDash val="solid"/>
          </a:ln>
        </p:spPr>
        <p:txBody>
          <a:bodyPr/>
          <a:lstStyle/>
          <a:p>
            <a:endParaRPr lang="en-IN"/>
          </a:p>
        </p:txBody>
      </p:sp>
      <p:sp>
        <p:nvSpPr>
          <p:cNvPr id="21" name="Text 15"/>
          <p:cNvSpPr txBox="1"/>
          <p:nvPr/>
        </p:nvSpPr>
        <p:spPr>
          <a:xfrm>
            <a:off x="1162202" y="4691076"/>
            <a:ext cx="2800198" cy="167588"/>
          </a:xfrm>
          <a:prstGeom prst="rect">
            <a:avLst/>
          </a:prstGeom>
          <a:noFill/>
          <a:ln/>
        </p:spPr>
        <p:txBody>
          <a:bodyPr wrap="square" lIns="0" tIns="0" rIns="0" bIns="0" rtlCol="0" anchor="ctr"/>
          <a:lstStyle/>
          <a:p>
            <a:r>
              <a:rPr lang="en-US" sz="1000" b="1" dirty="0">
                <a:solidFill>
                  <a:srgbClr val="9CA3AF"/>
                </a:solidFill>
                <a:latin typeface="Poppins" pitchFamily="34" charset="0"/>
                <a:ea typeface="Poppins" pitchFamily="34" charset="-122"/>
                <a:cs typeface="Poppins" pitchFamily="34" charset="-120"/>
              </a:rPr>
              <a:t> Addressing the 3 Degradation Types:</a:t>
            </a:r>
            <a:endParaRPr lang="en-US" sz="1000" dirty="0"/>
          </a:p>
        </p:txBody>
      </p:sp>
      <p:sp>
        <p:nvSpPr>
          <p:cNvPr id="22" name="Text 16"/>
          <p:cNvSpPr txBox="1"/>
          <p:nvPr/>
        </p:nvSpPr>
        <p:spPr>
          <a:xfrm>
            <a:off x="1162202" y="5002912"/>
            <a:ext cx="9797898" cy="1004188"/>
          </a:xfrm>
          <a:prstGeom prst="rect">
            <a:avLst/>
          </a:prstGeom>
          <a:noFill/>
          <a:ln/>
        </p:spPr>
        <p:txBody>
          <a:bodyPr wrap="square" lIns="0" tIns="0" rIns="0" bIns="0" rtlCol="0" anchor="ctr"/>
          <a:lstStyle/>
          <a:p>
            <a:pPr algn="just"/>
            <a:r>
              <a:rPr lang="en-US" sz="1200" i="1" dirty="0">
                <a:solidFill>
                  <a:srgbClr val="FFFFFF">
                    <a:alpha val="70000"/>
                  </a:srgbClr>
                </a:solidFill>
                <a:latin typeface="Poppins" pitchFamily="34" charset="0"/>
                <a:ea typeface="Poppins" pitchFamily="34" charset="-122"/>
                <a:cs typeface="Poppins" pitchFamily="34" charset="-120"/>
              </a:rPr>
              <a:t> • Speckle/Multiplicative Noise: Handled via robust 1st/99th percentile normalization and a dedicated noise-estimator (</a:t>
            </a:r>
            <a:r>
              <a:rPr lang="el-GR" sz="1200" i="1" dirty="0">
                <a:solidFill>
                  <a:srgbClr val="FFFFFF">
                    <a:alpha val="70000"/>
                  </a:srgbClr>
                </a:solidFill>
                <a:latin typeface="Poppins" pitchFamily="34" charset="0"/>
                <a:ea typeface="Poppins" pitchFamily="34" charset="-122"/>
                <a:cs typeface="Poppins" pitchFamily="34" charset="-120"/>
              </a:rPr>
              <a:t>σ)</a:t>
            </a:r>
            <a:r>
              <a:rPr lang="en-US" sz="1200" i="1" dirty="0">
                <a:solidFill>
                  <a:srgbClr val="FFFFFF">
                    <a:alpha val="70000"/>
                  </a:srgbClr>
                </a:solidFill>
                <a:latin typeface="Poppins" pitchFamily="34" charset="0"/>
                <a:ea typeface="Poppins" pitchFamily="34" charset="-122"/>
                <a:cs typeface="Poppins" pitchFamily="34" charset="-120"/>
              </a:rPr>
              <a:t>     injected via </a:t>
            </a:r>
            <a:r>
              <a:rPr lang="en-US" sz="1200" i="1" dirty="0" err="1">
                <a:solidFill>
                  <a:srgbClr val="FFFFFF">
                    <a:alpha val="70000"/>
                  </a:srgbClr>
                </a:solidFill>
                <a:latin typeface="Poppins" pitchFamily="34" charset="0"/>
                <a:ea typeface="Poppins" pitchFamily="34" charset="-122"/>
                <a:cs typeface="Poppins" pitchFamily="34" charset="-120"/>
              </a:rPr>
              <a:t>FiLM</a:t>
            </a:r>
            <a:r>
              <a:rPr lang="en-US" sz="1200" i="1" dirty="0">
                <a:solidFill>
                  <a:srgbClr val="FFFFFF">
                    <a:alpha val="70000"/>
                  </a:srgbClr>
                </a:solidFill>
                <a:latin typeface="Poppins" pitchFamily="34" charset="0"/>
                <a:ea typeface="Poppins" pitchFamily="34" charset="-122"/>
                <a:cs typeface="Poppins" pitchFamily="34" charset="-120"/>
              </a:rPr>
              <a:t> conditioning.</a:t>
            </a:r>
          </a:p>
          <a:p>
            <a:pPr algn="just"/>
            <a:r>
              <a:rPr lang="en-US" sz="1200" i="1" dirty="0">
                <a:solidFill>
                  <a:srgbClr val="FFFFFF">
                    <a:alpha val="70000"/>
                  </a:srgbClr>
                </a:solidFill>
                <a:latin typeface="Poppins" pitchFamily="34" charset="0"/>
                <a:ea typeface="Poppins" pitchFamily="34" charset="-122"/>
                <a:cs typeface="Poppins" pitchFamily="34" charset="-120"/>
              </a:rPr>
              <a:t>  • Gaussian Noise &amp; Blur: Handled natively by the convolutional encoder-decoder operating efficiently in low-resolution space.</a:t>
            </a:r>
          </a:p>
          <a:p>
            <a:pPr algn="just"/>
            <a:r>
              <a:rPr lang="en-US" sz="1200" i="1" dirty="0">
                <a:solidFill>
                  <a:srgbClr val="FFFFFF">
                    <a:alpha val="70000"/>
                  </a:srgbClr>
                </a:solidFill>
                <a:latin typeface="Poppins" pitchFamily="34" charset="0"/>
                <a:ea typeface="Poppins" pitchFamily="34" charset="-122"/>
                <a:cs typeface="Poppins" pitchFamily="34" charset="-120"/>
              </a:rPr>
              <a:t>  • Super-Resolution (x2): Addressed efficiently via a final </a:t>
            </a:r>
            <a:r>
              <a:rPr lang="en-US" sz="1200" i="1" dirty="0" err="1">
                <a:solidFill>
                  <a:srgbClr val="FFFFFF">
                    <a:alpha val="70000"/>
                  </a:srgbClr>
                </a:solidFill>
                <a:latin typeface="Poppins" pitchFamily="34" charset="0"/>
                <a:ea typeface="Poppins" pitchFamily="34" charset="-122"/>
                <a:cs typeface="Poppins" pitchFamily="34" charset="-120"/>
              </a:rPr>
              <a:t>PixelShuffle</a:t>
            </a:r>
            <a:r>
              <a:rPr lang="en-US" sz="1200" i="1" dirty="0">
                <a:solidFill>
                  <a:srgbClr val="FFFFFF">
                    <a:alpha val="70000"/>
                  </a:srgbClr>
                </a:solidFill>
                <a:latin typeface="Poppins" pitchFamily="34" charset="0"/>
                <a:ea typeface="Poppins" pitchFamily="34" charset="-122"/>
                <a:cs typeface="Poppins" pitchFamily="34" charset="-120"/>
              </a:rPr>
              <a:t> </a:t>
            </a:r>
            <a:r>
              <a:rPr lang="en-US" sz="1200" i="1" dirty="0" err="1">
                <a:solidFill>
                  <a:srgbClr val="FFFFFF">
                    <a:alpha val="70000"/>
                  </a:srgbClr>
                </a:solidFill>
                <a:latin typeface="Poppins" pitchFamily="34" charset="0"/>
                <a:ea typeface="Poppins" pitchFamily="34" charset="-122"/>
                <a:cs typeface="Poppins" pitchFamily="34" charset="-120"/>
              </a:rPr>
              <a:t>upsampling</a:t>
            </a:r>
            <a:r>
              <a:rPr lang="en-US" sz="1200" i="1" dirty="0">
                <a:solidFill>
                  <a:srgbClr val="FFFFFF">
                    <a:alpha val="70000"/>
                  </a:srgbClr>
                </a:solidFill>
                <a:latin typeface="Poppins" pitchFamily="34" charset="0"/>
                <a:ea typeface="Poppins" pitchFamily="34" charset="-122"/>
                <a:cs typeface="Poppins" pitchFamily="34" charset="-120"/>
              </a:rPr>
              <a:t> layer, ensuring 99% of compute happens before resolution expands.</a:t>
            </a:r>
            <a:endParaRPr lang="en-US" sz="1200" dirty="0"/>
          </a:p>
          <a:p>
            <a:pPr algn="just"/>
            <a:endParaRPr lang="en-US" sz="1200" dirty="0"/>
          </a:p>
        </p:txBody>
      </p:sp>
      <p:pic>
        <p:nvPicPr>
          <p:cNvPr id="23" name="Picture 22">
            <a:extLst>
              <a:ext uri="{FF2B5EF4-FFF2-40B4-BE49-F238E27FC236}">
                <a16:creationId xmlns:a16="http://schemas.microsoft.com/office/drawing/2014/main" id="{C033FF08-6369-1C95-EB39-A51D568DF008}"/>
              </a:ext>
            </a:extLst>
          </p:cNvPr>
          <p:cNvPicPr>
            <a:picLocks noChangeAspect="1"/>
          </p:cNvPicPr>
          <p:nvPr/>
        </p:nvPicPr>
        <p:blipFill>
          <a:blip r:embed="rId7"/>
          <a:stretch>
            <a:fillRect/>
          </a:stretch>
        </p:blipFill>
        <p:spPr>
          <a:xfrm>
            <a:off x="5292164" y="228650"/>
            <a:ext cx="1607366" cy="783591"/>
          </a:xfrm>
          <a:prstGeom prst="rect">
            <a:avLst/>
          </a:prstGeom>
        </p:spPr>
      </p:pic>
      <p:sp>
        <p:nvSpPr>
          <p:cNvPr id="25" name="Shape 1">
            <a:extLst>
              <a:ext uri="{FF2B5EF4-FFF2-40B4-BE49-F238E27FC236}">
                <a16:creationId xmlns:a16="http://schemas.microsoft.com/office/drawing/2014/main" id="{82B7216B-04F1-E2CC-935F-9AA2CE5B9E43}"/>
              </a:ext>
            </a:extLst>
          </p:cNvPr>
          <p:cNvSpPr/>
          <p:nvPr/>
        </p:nvSpPr>
        <p:spPr>
          <a:xfrm>
            <a:off x="571500" y="209602"/>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26" name="Picture 25">
            <a:extLst>
              <a:ext uri="{FF2B5EF4-FFF2-40B4-BE49-F238E27FC236}">
                <a16:creationId xmlns:a16="http://schemas.microsoft.com/office/drawing/2014/main" id="{7743FE56-9400-E309-F93C-96E3C8B4AF8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1375" y="329389"/>
            <a:ext cx="9163491" cy="5864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10296144" cy="467258"/>
          </a:xfrm>
          <a:prstGeom prst="rect">
            <a:avLst/>
          </a:prstGeom>
          <a:noFill/>
          <a:ln/>
        </p:spPr>
        <p:txBody>
          <a:bodyPr wrap="square" lIns="0" tIns="0" rIns="0" bIns="0" rtlCol="0" anchor="ctr"/>
          <a:lstStyle/>
          <a:p>
            <a:r>
              <a:rPr lang="en-US" sz="2600" b="1" dirty="0">
                <a:solidFill>
                  <a:srgbClr val="FFFFFF"/>
                </a:solidFill>
                <a:latin typeface="Poppins" pitchFamily="34" charset="0"/>
                <a:ea typeface="Poppins" pitchFamily="34" charset="-122"/>
                <a:cs typeface="Poppins" pitchFamily="34" charset="-120"/>
              </a:rPr>
              <a:t>Proposed Solution </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6" name="Text 10"/>
          <p:cNvSpPr txBox="1"/>
          <p:nvPr/>
        </p:nvSpPr>
        <p:spPr>
          <a:xfrm>
            <a:off x="961949" y="3193085"/>
            <a:ext cx="10172700" cy="685800"/>
          </a:xfrm>
          <a:prstGeom prst="rect">
            <a:avLst/>
          </a:prstGeom>
          <a:noFill/>
          <a:ln/>
        </p:spPr>
        <p:txBody>
          <a:bodyPr wrap="square" lIns="0" tIns="0" rIns="0" bIns="0" rtlCol="0" anchor="ctr"/>
          <a:lstStyle/>
          <a:p>
            <a:pPr marL="0" indent="0" algn="l">
              <a:buNone/>
            </a:pPr>
            <a:endParaRPr lang="en-US" sz="1800" dirty="0"/>
          </a:p>
        </p:txBody>
      </p:sp>
      <p:sp>
        <p:nvSpPr>
          <p:cNvPr id="17" name="Shape 11"/>
          <p:cNvSpPr/>
          <p:nvPr/>
        </p:nvSpPr>
        <p:spPr>
          <a:xfrm>
            <a:off x="857706" y="2425700"/>
            <a:ext cx="10477195" cy="3835400"/>
          </a:xfrm>
          <a:prstGeom prst="roundRect">
            <a:avLst>
              <a:gd name="adj" fmla="val 4277"/>
            </a:avLst>
          </a:prstGeom>
          <a:solidFill>
            <a:srgbClr val="1E3A8A">
              <a:alpha val="40000"/>
            </a:srgbClr>
          </a:solidFill>
          <a:ln w="12700">
            <a:solidFill>
              <a:srgbClr val="1D4ED8"/>
            </a:solidFill>
            <a:prstDash val="solid"/>
          </a:ln>
        </p:spPr>
        <p:txBody>
          <a:bodyPr/>
          <a:lstStyle/>
          <a:p>
            <a:endParaRPr lang="en-IN" dirty="0"/>
          </a:p>
        </p:txBody>
      </p:sp>
      <p:sp>
        <p:nvSpPr>
          <p:cNvPr id="18" name="Text 12"/>
          <p:cNvSpPr txBox="1"/>
          <p:nvPr/>
        </p:nvSpPr>
        <p:spPr>
          <a:xfrm>
            <a:off x="1200606" y="2679700"/>
            <a:ext cx="1872794" cy="229921"/>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SOLUTION DETAILS</a:t>
            </a:r>
            <a:endParaRPr lang="en-US" sz="1000" dirty="0"/>
          </a:p>
        </p:txBody>
      </p:sp>
      <p:sp>
        <p:nvSpPr>
          <p:cNvPr id="19" name="Text 13"/>
          <p:cNvSpPr txBox="1"/>
          <p:nvPr/>
        </p:nvSpPr>
        <p:spPr>
          <a:xfrm>
            <a:off x="1200606" y="2909622"/>
            <a:ext cx="10029445" cy="3351478"/>
          </a:xfrm>
          <a:prstGeom prst="rect">
            <a:avLst/>
          </a:prstGeom>
          <a:noFill/>
          <a:ln/>
        </p:spPr>
        <p:txBody>
          <a:bodyPr wrap="square" lIns="0" tIns="0" rIns="0" bIns="0" rtlCol="0" anchor="ctr"/>
          <a:lstStyle/>
          <a:p>
            <a:r>
              <a:rPr lang="en-US" sz="1300" i="1" dirty="0">
                <a:solidFill>
                  <a:srgbClr val="FFFFFF">
                    <a:alpha val="70000"/>
                  </a:srgbClr>
                </a:solidFill>
                <a:latin typeface="Poppins" pitchFamily="34" charset="0"/>
                <a:ea typeface="Poppins" pitchFamily="34" charset="-122"/>
                <a:cs typeface="Poppins" pitchFamily="34" charset="-120"/>
              </a:rPr>
              <a:t>Model Architecture:</a:t>
            </a:r>
          </a:p>
          <a:p>
            <a:r>
              <a:rPr lang="en-US" sz="1300" i="1" dirty="0">
                <a:solidFill>
                  <a:srgbClr val="FFFFFF">
                    <a:alpha val="70000"/>
                  </a:srgbClr>
                </a:solidFill>
                <a:latin typeface="Poppins" pitchFamily="34" charset="0"/>
                <a:ea typeface="Poppins" pitchFamily="34" charset="-122"/>
                <a:cs typeface="Poppins" pitchFamily="34" charset="-120"/>
              </a:rPr>
              <a:t>   A 12-block </a:t>
            </a:r>
            <a:r>
              <a:rPr lang="en-US" sz="1300" i="1" dirty="0" err="1">
                <a:solidFill>
                  <a:srgbClr val="FFFFFF">
                    <a:alpha val="70000"/>
                  </a:srgbClr>
                </a:solidFill>
                <a:latin typeface="Poppins" pitchFamily="34" charset="0"/>
                <a:ea typeface="Poppins" pitchFamily="34" charset="-122"/>
                <a:cs typeface="Poppins" pitchFamily="34" charset="-120"/>
              </a:rPr>
              <a:t>NAFNet</a:t>
            </a:r>
            <a:r>
              <a:rPr lang="en-US" sz="1300" i="1" dirty="0">
                <a:solidFill>
                  <a:srgbClr val="FFFFFF">
                    <a:alpha val="70000"/>
                  </a:srgbClr>
                </a:solidFill>
                <a:latin typeface="Poppins" pitchFamily="34" charset="0"/>
                <a:ea typeface="Poppins" pitchFamily="34" charset="-122"/>
                <a:cs typeface="Poppins" pitchFamily="34" charset="-120"/>
              </a:rPr>
              <a:t> encoder-decoder (width=64). It accepts 2-channel input (normalized + log-scaled) and produces 2-channel output (residual +uncertainty). Total parameter count: ~0.32M.</a:t>
            </a:r>
            <a:br>
              <a:rPr lang="en-US" sz="1300" i="1" dirty="0">
                <a:solidFill>
                  <a:srgbClr val="FFFFFF">
                    <a:alpha val="70000"/>
                  </a:srgbClr>
                </a:solidFill>
                <a:latin typeface="Poppins" pitchFamily="34" charset="0"/>
                <a:ea typeface="Poppins" pitchFamily="34" charset="-122"/>
                <a:cs typeface="Poppins" pitchFamily="34" charset="-120"/>
              </a:rPr>
            </a:br>
            <a:endParaRPr lang="en-US" sz="1300" i="1" dirty="0">
              <a:solidFill>
                <a:srgbClr val="FFFFFF">
                  <a:alpha val="70000"/>
                </a:srgbClr>
              </a:solidFill>
              <a:latin typeface="Poppins" pitchFamily="34" charset="0"/>
              <a:ea typeface="Poppins" pitchFamily="34" charset="-122"/>
              <a:cs typeface="Poppins" pitchFamily="34" charset="-120"/>
            </a:endParaRPr>
          </a:p>
          <a:p>
            <a:r>
              <a:rPr lang="en-US" sz="1300" i="1" dirty="0">
                <a:solidFill>
                  <a:srgbClr val="FFFFFF">
                    <a:alpha val="70000"/>
                  </a:srgbClr>
                </a:solidFill>
                <a:latin typeface="Poppins" pitchFamily="34" charset="0"/>
                <a:ea typeface="Poppins" pitchFamily="34" charset="-122"/>
                <a:cs typeface="Poppins" pitchFamily="34" charset="-120"/>
              </a:rPr>
              <a:t>Training Strategy &amp; Data Augmentation:</a:t>
            </a:r>
          </a:p>
          <a:p>
            <a:r>
              <a:rPr lang="en-US" sz="1300" i="1" dirty="0">
                <a:solidFill>
                  <a:srgbClr val="FFFFFF">
                    <a:alpha val="70000"/>
                  </a:srgbClr>
                </a:solidFill>
                <a:latin typeface="Poppins" pitchFamily="34" charset="0"/>
                <a:ea typeface="Poppins" pitchFamily="34" charset="-122"/>
                <a:cs typeface="Poppins" pitchFamily="34" charset="-120"/>
              </a:rPr>
              <a:t>  Trained for 200 epochs using Cosine Annealing Learning Rate (2e-4 to 1e-6) and </a:t>
            </a:r>
            <a:r>
              <a:rPr lang="en-US" sz="1300" i="1" dirty="0" err="1">
                <a:solidFill>
                  <a:srgbClr val="FFFFFF">
                    <a:alpha val="70000"/>
                  </a:srgbClr>
                </a:solidFill>
                <a:latin typeface="Poppins" pitchFamily="34" charset="0"/>
                <a:ea typeface="Poppins" pitchFamily="34" charset="-122"/>
                <a:cs typeface="Poppins" pitchFamily="34" charset="-120"/>
              </a:rPr>
              <a:t>AdamW</a:t>
            </a:r>
            <a:r>
              <a:rPr lang="en-US" sz="1300" i="1" dirty="0">
                <a:solidFill>
                  <a:srgbClr val="FFFFFF">
                    <a:alpha val="70000"/>
                  </a:srgbClr>
                </a:solidFill>
                <a:latin typeface="Poppins" pitchFamily="34" charset="0"/>
                <a:ea typeface="Poppins" pitchFamily="34" charset="-122"/>
                <a:cs typeface="Poppins" pitchFamily="34" charset="-120"/>
              </a:rPr>
              <a:t>. Data augmentation    aggressively utilizes </a:t>
            </a:r>
            <a:r>
              <a:rPr lang="en-US" sz="1300" i="1" dirty="0" err="1">
                <a:solidFill>
                  <a:srgbClr val="FFFFFF">
                    <a:alpha val="70000"/>
                  </a:srgbClr>
                </a:solidFill>
                <a:latin typeface="Poppins" pitchFamily="34" charset="0"/>
                <a:ea typeface="Poppins" pitchFamily="34" charset="-122"/>
                <a:cs typeface="Poppins" pitchFamily="34" charset="-120"/>
              </a:rPr>
              <a:t>CutBlur</a:t>
            </a:r>
            <a:r>
              <a:rPr lang="en-US" sz="1300" i="1" dirty="0">
                <a:solidFill>
                  <a:srgbClr val="FFFFFF">
                    <a:alpha val="70000"/>
                  </a:srgbClr>
                </a:solidFill>
                <a:latin typeface="Poppins" pitchFamily="34" charset="0"/>
                <a:ea typeface="Poppins" pitchFamily="34" charset="-122"/>
                <a:cs typeface="Poppins" pitchFamily="34" charset="-120"/>
              </a:rPr>
              <a:t> and D4 (flips/rotations). We enforce a 70% synthetic to 30% real data mixing ratio to prevent in-distribution overfitting.</a:t>
            </a:r>
          </a:p>
          <a:p>
            <a:endParaRPr lang="en-US" sz="1300" i="1" dirty="0">
              <a:solidFill>
                <a:srgbClr val="FFFFFF">
                  <a:alpha val="70000"/>
                </a:srgbClr>
              </a:solidFill>
              <a:latin typeface="Poppins" pitchFamily="34" charset="0"/>
              <a:ea typeface="Poppins" pitchFamily="34" charset="-122"/>
              <a:cs typeface="Poppins" pitchFamily="34" charset="-120"/>
            </a:endParaRPr>
          </a:p>
          <a:p>
            <a:r>
              <a:rPr lang="en-US" sz="1300" i="1" dirty="0">
                <a:solidFill>
                  <a:srgbClr val="FFFFFF">
                    <a:alpha val="70000"/>
                  </a:srgbClr>
                </a:solidFill>
                <a:latin typeface="Poppins" pitchFamily="34" charset="0"/>
                <a:ea typeface="Poppins" pitchFamily="34" charset="-122"/>
                <a:cs typeface="Poppins" pitchFamily="34" charset="-120"/>
              </a:rPr>
              <a:t>  Loss Function Design (System Pipeline):</a:t>
            </a:r>
          </a:p>
          <a:p>
            <a:r>
              <a:rPr lang="en-US" sz="1300" i="1" dirty="0">
                <a:solidFill>
                  <a:srgbClr val="FFFFFF">
                    <a:alpha val="70000"/>
                  </a:srgbClr>
                </a:solidFill>
                <a:latin typeface="Poppins" pitchFamily="34" charset="0"/>
                <a:ea typeface="Poppins" pitchFamily="34" charset="-122"/>
                <a:cs typeface="Poppins" pitchFamily="34" charset="-120"/>
              </a:rPr>
              <a:t>  Instead of using a standard L2 loss, we built a composite multi-loss:</a:t>
            </a:r>
          </a:p>
          <a:p>
            <a:r>
              <a:rPr lang="en-US" sz="1300" i="1" dirty="0">
                <a:solidFill>
                  <a:srgbClr val="FFFFFF">
                    <a:alpha val="70000"/>
                  </a:srgbClr>
                </a:solidFill>
                <a:latin typeface="Poppins" pitchFamily="34" charset="0"/>
                <a:ea typeface="Poppins" pitchFamily="34" charset="-122"/>
                <a:cs typeface="Poppins" pitchFamily="34" charset="-120"/>
              </a:rPr>
              <a:t>  1. Charbonnier Loss (Global baseline)</a:t>
            </a:r>
          </a:p>
          <a:p>
            <a:r>
              <a:rPr lang="en-US" sz="1300" i="1" dirty="0">
                <a:solidFill>
                  <a:srgbClr val="FFFFFF">
                    <a:alpha val="70000"/>
                  </a:srgbClr>
                </a:solidFill>
                <a:latin typeface="Poppins" pitchFamily="34" charset="0"/>
                <a:ea typeface="Poppins" pitchFamily="34" charset="-122"/>
                <a:cs typeface="Poppins" pitchFamily="34" charset="-120"/>
              </a:rPr>
              <a:t>  2. MS-SSIM (Structural integrity)</a:t>
            </a:r>
          </a:p>
          <a:p>
            <a:r>
              <a:rPr lang="en-US" sz="1300" i="1" dirty="0">
                <a:solidFill>
                  <a:srgbClr val="FFFFFF">
                    <a:alpha val="70000"/>
                  </a:srgbClr>
                </a:solidFill>
                <a:latin typeface="Poppins" pitchFamily="34" charset="0"/>
                <a:ea typeface="Poppins" pitchFamily="34" charset="-122"/>
                <a:cs typeface="Poppins" pitchFamily="34" charset="-120"/>
              </a:rPr>
              <a:t>  3. FFT Magnitude L1 Loss (Forces recovery of exact frequencies)</a:t>
            </a:r>
          </a:p>
          <a:p>
            <a:r>
              <a:rPr lang="en-US" sz="1300" i="1" dirty="0">
                <a:solidFill>
                  <a:srgbClr val="FFFFFF">
                    <a:alpha val="70000"/>
                  </a:srgbClr>
                </a:solidFill>
                <a:latin typeface="Poppins" pitchFamily="34" charset="0"/>
                <a:ea typeface="Poppins" pitchFamily="34" charset="-122"/>
                <a:cs typeface="Poppins" pitchFamily="34" charset="-120"/>
              </a:rPr>
              <a:t>  4. Gradient Consistency L1 Loss (Penalizes blurry edges)</a:t>
            </a:r>
            <a:endParaRPr lang="en-US" sz="1300" dirty="0"/>
          </a:p>
        </p:txBody>
      </p:sp>
      <p:pic>
        <p:nvPicPr>
          <p:cNvPr id="20" name="Picture 19">
            <a:extLst>
              <a:ext uri="{FF2B5EF4-FFF2-40B4-BE49-F238E27FC236}">
                <a16:creationId xmlns:a16="http://schemas.microsoft.com/office/drawing/2014/main" id="{667D8EB9-0510-8E20-AE50-3B9EC8704685}"/>
              </a:ext>
            </a:extLst>
          </p:cNvPr>
          <p:cNvPicPr>
            <a:picLocks noChangeAspect="1"/>
          </p:cNvPicPr>
          <p:nvPr/>
        </p:nvPicPr>
        <p:blipFill>
          <a:blip r:embed="rId6"/>
          <a:stretch>
            <a:fillRect/>
          </a:stretch>
        </p:blipFill>
        <p:spPr>
          <a:xfrm>
            <a:off x="5292164" y="227710"/>
            <a:ext cx="1607366" cy="783591"/>
          </a:xfrm>
          <a:prstGeom prst="rect">
            <a:avLst/>
          </a:prstGeom>
        </p:spPr>
      </p:pic>
      <p:sp>
        <p:nvSpPr>
          <p:cNvPr id="22" name="Shape 1">
            <a:extLst>
              <a:ext uri="{FF2B5EF4-FFF2-40B4-BE49-F238E27FC236}">
                <a16:creationId xmlns:a16="http://schemas.microsoft.com/office/drawing/2014/main" id="{50164B49-38DE-6195-0A8B-DC6EC6DA2457}"/>
              </a:ext>
            </a:extLst>
          </p:cNvPr>
          <p:cNvSpPr/>
          <p:nvPr/>
        </p:nvSpPr>
        <p:spPr>
          <a:xfrm>
            <a:off x="571500" y="142799"/>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23" name="Picture 22">
            <a:extLst>
              <a:ext uri="{FF2B5EF4-FFF2-40B4-BE49-F238E27FC236}">
                <a16:creationId xmlns:a16="http://schemas.microsoft.com/office/drawing/2014/main" id="{18A68BD0-3127-AC0B-80B4-CA2643B37A2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66553" y="276669"/>
            <a:ext cx="9163491" cy="5864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4986223"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Innovation and Uniqueness</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412187"/>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l="-133" r="-133"/>
          <a:stretch/>
        </p:blipFill>
        <p:spPr>
          <a:xfrm>
            <a:off x="1162202" y="2583180"/>
            <a:ext cx="171907" cy="228600"/>
          </a:xfrm>
          <a:prstGeom prst="rect">
            <a:avLst/>
          </a:prstGeom>
        </p:spPr>
      </p:pic>
      <p:sp>
        <p:nvSpPr>
          <p:cNvPr id="16" name="Text 10"/>
          <p:cNvSpPr txBox="1"/>
          <p:nvPr/>
        </p:nvSpPr>
        <p:spPr>
          <a:xfrm>
            <a:off x="961949" y="3193085"/>
            <a:ext cx="9801454" cy="314554"/>
          </a:xfrm>
          <a:prstGeom prst="rect">
            <a:avLst/>
          </a:prstGeom>
          <a:noFill/>
          <a:ln/>
        </p:spPr>
        <p:txBody>
          <a:bodyPr wrap="square" lIns="0" tIns="0" rIns="0" bIns="0" rtlCol="0" anchor="ctr"/>
          <a:lstStyle/>
          <a:p>
            <a:pPr marL="0" indent="0" algn="l">
              <a:buNone/>
            </a:pPr>
            <a:endParaRPr lang="en-US" sz="1800" dirty="0"/>
          </a:p>
        </p:txBody>
      </p:sp>
      <p:sp>
        <p:nvSpPr>
          <p:cNvPr id="17" name="Shape 11"/>
          <p:cNvSpPr/>
          <p:nvPr/>
        </p:nvSpPr>
        <p:spPr>
          <a:xfrm>
            <a:off x="952806" y="3232760"/>
            <a:ext cx="5020056" cy="1844548"/>
          </a:xfrm>
          <a:prstGeom prst="roundRect">
            <a:avLst>
              <a:gd name="adj" fmla="val 3412"/>
            </a:avLst>
          </a:prstGeom>
          <a:solidFill>
            <a:srgbClr val="1E3A8A">
              <a:alpha val="40000"/>
            </a:srgbClr>
          </a:solidFill>
          <a:ln w="12700">
            <a:solidFill>
              <a:srgbClr val="1D4ED8"/>
            </a:solidFill>
            <a:prstDash val="solid"/>
          </a:ln>
        </p:spPr>
        <p:txBody>
          <a:bodyPr/>
          <a:lstStyle/>
          <a:p>
            <a:endParaRPr lang="en-IN"/>
          </a:p>
        </p:txBody>
      </p:sp>
      <p:sp>
        <p:nvSpPr>
          <p:cNvPr id="18" name="Text 12"/>
          <p:cNvSpPr txBox="1"/>
          <p:nvPr/>
        </p:nvSpPr>
        <p:spPr>
          <a:xfrm>
            <a:off x="1200607" y="3374136"/>
            <a:ext cx="1271930" cy="279806"/>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KEY INNOVATION</a:t>
            </a:r>
            <a:endParaRPr lang="en-US" sz="1000" dirty="0"/>
          </a:p>
        </p:txBody>
      </p:sp>
      <p:sp>
        <p:nvSpPr>
          <p:cNvPr id="19" name="Text 13"/>
          <p:cNvSpPr txBox="1"/>
          <p:nvPr/>
        </p:nvSpPr>
        <p:spPr>
          <a:xfrm>
            <a:off x="1162202" y="3653943"/>
            <a:ext cx="4662525" cy="1211022"/>
          </a:xfrm>
          <a:prstGeom prst="rect">
            <a:avLst/>
          </a:prstGeom>
          <a:noFill/>
          <a:ln/>
        </p:spPr>
        <p:txBody>
          <a:bodyPr wrap="square" lIns="0" tIns="0" rIns="0" bIns="0" rtlCol="0" anchor="ctr"/>
          <a:lstStyle/>
          <a:p>
            <a:pPr algn="just"/>
            <a:r>
              <a:rPr lang="en-US" sz="1200" i="1" dirty="0">
                <a:solidFill>
                  <a:srgbClr val="FFFFFF">
                    <a:alpha val="70000"/>
                  </a:srgbClr>
                </a:solidFill>
                <a:latin typeface="Poppins" pitchFamily="34" charset="0"/>
                <a:ea typeface="Poppins" pitchFamily="34" charset="-122"/>
                <a:cs typeface="Poppins" pitchFamily="34" charset="-120"/>
              </a:rPr>
              <a:t> Most teams optimize purely for PSNR/RMSE (using standard L1/L2 loss). Mathematically, this encourages models to output a blurry, "safe" average </a:t>
            </a:r>
            <a:r>
              <a:rPr lang="en-US" sz="1200" i="1" dirty="0" err="1">
                <a:solidFill>
                  <a:srgbClr val="FFFFFF">
                    <a:alpha val="70000"/>
                  </a:srgbClr>
                </a:solidFill>
                <a:latin typeface="Poppins" pitchFamily="34" charset="0"/>
                <a:ea typeface="Poppins" pitchFamily="34" charset="-122"/>
                <a:cs typeface="Poppins" pitchFamily="34" charset="-120"/>
              </a:rPr>
              <a:t>image,which</a:t>
            </a:r>
            <a:r>
              <a:rPr lang="en-US" sz="1200" i="1" dirty="0">
                <a:solidFill>
                  <a:srgbClr val="FFFFFF">
                    <a:alpha val="70000"/>
                  </a:srgbClr>
                </a:solidFill>
                <a:latin typeface="Poppins" pitchFamily="34" charset="0"/>
                <a:ea typeface="Poppins" pitchFamily="34" charset="-122"/>
                <a:cs typeface="Poppins" pitchFamily="34" charset="-120"/>
              </a:rPr>
              <a:t> completely destroys the sharp physical semiconductor defects KLA is trying to inspect!</a:t>
            </a:r>
            <a:endParaRPr lang="en-US" sz="1200" dirty="0"/>
          </a:p>
        </p:txBody>
      </p:sp>
      <p:sp>
        <p:nvSpPr>
          <p:cNvPr id="20" name="Shape 14"/>
          <p:cNvSpPr/>
          <p:nvPr/>
        </p:nvSpPr>
        <p:spPr>
          <a:xfrm>
            <a:off x="6114896" y="3232760"/>
            <a:ext cx="5124298" cy="2149348"/>
          </a:xfrm>
          <a:prstGeom prst="roundRect">
            <a:avLst>
              <a:gd name="adj" fmla="val 3412"/>
            </a:avLst>
          </a:prstGeom>
          <a:solidFill>
            <a:srgbClr val="1E3A8A">
              <a:alpha val="40000"/>
            </a:srgbClr>
          </a:solidFill>
          <a:ln w="12700">
            <a:solidFill>
              <a:srgbClr val="1D4ED8"/>
            </a:solidFill>
            <a:prstDash val="solid"/>
          </a:ln>
        </p:spPr>
        <p:txBody>
          <a:bodyPr/>
          <a:lstStyle/>
          <a:p>
            <a:endParaRPr lang="en-IN"/>
          </a:p>
        </p:txBody>
      </p:sp>
      <p:sp>
        <p:nvSpPr>
          <p:cNvPr id="21" name="Text 15"/>
          <p:cNvSpPr txBox="1"/>
          <p:nvPr/>
        </p:nvSpPr>
        <p:spPr>
          <a:xfrm>
            <a:off x="6354169" y="3374136"/>
            <a:ext cx="1977032" cy="342901"/>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COMPETITIVE ADVANTAGE</a:t>
            </a:r>
            <a:endParaRPr lang="en-US" sz="1000" dirty="0"/>
          </a:p>
        </p:txBody>
      </p:sp>
      <p:sp>
        <p:nvSpPr>
          <p:cNvPr id="22" name="Text 16"/>
          <p:cNvSpPr txBox="1"/>
          <p:nvPr/>
        </p:nvSpPr>
        <p:spPr>
          <a:xfrm>
            <a:off x="6354169" y="3679952"/>
            <a:ext cx="4675629" cy="1539748"/>
          </a:xfrm>
          <a:prstGeom prst="rect">
            <a:avLst/>
          </a:prstGeom>
          <a:noFill/>
          <a:ln/>
        </p:spPr>
        <p:txBody>
          <a:bodyPr wrap="square" lIns="0" tIns="0" rIns="0" bIns="0" rtlCol="0" anchor="ctr"/>
          <a:lstStyle/>
          <a:p>
            <a:pPr algn="just"/>
            <a:r>
              <a:rPr lang="en-US" sz="1200" i="1" dirty="0">
                <a:solidFill>
                  <a:srgbClr val="FFFFFF">
                    <a:alpha val="70000"/>
                  </a:srgbClr>
                </a:solidFill>
                <a:latin typeface="Poppins" pitchFamily="34" charset="0"/>
                <a:ea typeface="Poppins" pitchFamily="34" charset="-122"/>
                <a:cs typeface="Poppins" pitchFamily="34" charset="-120"/>
              </a:rPr>
              <a:t> Our primary innovation is the Multi-Loss Function (FFT + Gradients). By severely penalizing the model for missing high-frequency structures, our model takes risks to reconstruct sharp edges. When evaluated with a Laplacian of Gaussian (</a:t>
            </a:r>
            <a:r>
              <a:rPr lang="en-US" sz="1200" i="1" dirty="0" err="1">
                <a:solidFill>
                  <a:srgbClr val="FFFFFF">
                    <a:alpha val="70000"/>
                  </a:srgbClr>
                </a:solidFill>
                <a:latin typeface="Poppins" pitchFamily="34" charset="0"/>
                <a:ea typeface="Poppins" pitchFamily="34" charset="-122"/>
                <a:cs typeface="Poppins" pitchFamily="34" charset="-120"/>
              </a:rPr>
              <a:t>LoG</a:t>
            </a:r>
            <a:r>
              <a:rPr lang="en-US" sz="1200" i="1" dirty="0">
                <a:solidFill>
                  <a:srgbClr val="FFFFFF">
                    <a:alpha val="70000"/>
                  </a:srgbClr>
                </a:solidFill>
                <a:latin typeface="Poppins" pitchFamily="34" charset="0"/>
                <a:ea typeface="Poppins" pitchFamily="34" charset="-122"/>
                <a:cs typeface="Poppins" pitchFamily="34" charset="-120"/>
              </a:rPr>
              <a:t>) defect detector, our multi-loss approach reduced false positive defect detections by 24% and increased true positive defect recovery by 36% compared to a standard L2 baseline model.</a:t>
            </a:r>
            <a:endParaRPr lang="en-US" sz="1200" dirty="0"/>
          </a:p>
        </p:txBody>
      </p:sp>
      <p:pic>
        <p:nvPicPr>
          <p:cNvPr id="23" name="Picture 22">
            <a:extLst>
              <a:ext uri="{FF2B5EF4-FFF2-40B4-BE49-F238E27FC236}">
                <a16:creationId xmlns:a16="http://schemas.microsoft.com/office/drawing/2014/main" id="{48B85B4A-4413-5424-84AE-2AF429F27FBC}"/>
              </a:ext>
            </a:extLst>
          </p:cNvPr>
          <p:cNvPicPr>
            <a:picLocks noChangeAspect="1"/>
          </p:cNvPicPr>
          <p:nvPr/>
        </p:nvPicPr>
        <p:blipFill>
          <a:blip r:embed="rId7"/>
          <a:stretch>
            <a:fillRect/>
          </a:stretch>
        </p:blipFill>
        <p:spPr>
          <a:xfrm>
            <a:off x="5178322" y="228650"/>
            <a:ext cx="1607366" cy="783591"/>
          </a:xfrm>
          <a:prstGeom prst="rect">
            <a:avLst/>
          </a:prstGeom>
        </p:spPr>
      </p:pic>
      <p:sp>
        <p:nvSpPr>
          <p:cNvPr id="25" name="Shape 1">
            <a:extLst>
              <a:ext uri="{FF2B5EF4-FFF2-40B4-BE49-F238E27FC236}">
                <a16:creationId xmlns:a16="http://schemas.microsoft.com/office/drawing/2014/main" id="{BB3A3471-21A6-8A80-8399-32E98C63F186}"/>
              </a:ext>
            </a:extLst>
          </p:cNvPr>
          <p:cNvSpPr/>
          <p:nvPr/>
        </p:nvSpPr>
        <p:spPr>
          <a:xfrm>
            <a:off x="571500" y="258065"/>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26" name="Picture 25">
            <a:extLst>
              <a:ext uri="{FF2B5EF4-FFF2-40B4-BE49-F238E27FC236}">
                <a16:creationId xmlns:a16="http://schemas.microsoft.com/office/drawing/2014/main" id="{1ADA517E-8996-A444-E540-A2F9B8F98D2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90929" y="393700"/>
            <a:ext cx="9163491" cy="5864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3728923"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cs typeface="Poppins" pitchFamily="34" charset="-120"/>
              </a:rPr>
              <a:t>RESULTS</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6" name="Text 10"/>
          <p:cNvSpPr txBox="1"/>
          <p:nvPr/>
        </p:nvSpPr>
        <p:spPr>
          <a:xfrm>
            <a:off x="961949" y="2211932"/>
            <a:ext cx="9998151" cy="435255"/>
          </a:xfrm>
          <a:prstGeom prst="rect">
            <a:avLst/>
          </a:prstGeom>
          <a:noFill/>
          <a:ln/>
        </p:spPr>
        <p:txBody>
          <a:bodyPr wrap="square" lIns="0" tIns="0" rIns="0" bIns="0" rtlCol="0" anchor="ctr"/>
          <a:lstStyle/>
          <a:p>
            <a:r>
              <a:rPr lang="en-US" dirty="0">
                <a:solidFill>
                  <a:srgbClr val="AEFF82">
                    <a:alpha val="80000"/>
                  </a:srgbClr>
                </a:solidFill>
                <a:latin typeface="Poppins" pitchFamily="34" charset="0"/>
                <a:ea typeface="Poppins" pitchFamily="34" charset="-122"/>
                <a:cs typeface="Poppins" pitchFamily="34" charset="-120"/>
              </a:rPr>
              <a:t>Our SHARP model achieved the following performance metrics across the test split:</a:t>
            </a:r>
            <a:endParaRPr lang="en-US" sz="1800" dirty="0"/>
          </a:p>
        </p:txBody>
      </p:sp>
      <p:sp>
        <p:nvSpPr>
          <p:cNvPr id="17" name="Shape 11"/>
          <p:cNvSpPr/>
          <p:nvPr/>
        </p:nvSpPr>
        <p:spPr>
          <a:xfrm>
            <a:off x="940968" y="2747771"/>
            <a:ext cx="5020056" cy="1200607"/>
          </a:xfrm>
          <a:prstGeom prst="roundRect">
            <a:avLst>
              <a:gd name="adj" fmla="val 4836"/>
            </a:avLst>
          </a:prstGeom>
          <a:solidFill>
            <a:srgbClr val="1E3A8A">
              <a:alpha val="40000"/>
            </a:srgbClr>
          </a:solidFill>
          <a:ln w="12700">
            <a:solidFill>
              <a:srgbClr val="1D4ED8"/>
            </a:solidFill>
            <a:prstDash val="solid"/>
          </a:ln>
        </p:spPr>
        <p:txBody>
          <a:bodyPr/>
          <a:lstStyle/>
          <a:p>
            <a:endParaRPr lang="en-IN"/>
          </a:p>
        </p:txBody>
      </p:sp>
      <p:sp>
        <p:nvSpPr>
          <p:cNvPr id="19" name="Text 12"/>
          <p:cNvSpPr txBox="1"/>
          <p:nvPr/>
        </p:nvSpPr>
        <p:spPr>
          <a:xfrm>
            <a:off x="1079500" y="2837381"/>
            <a:ext cx="2324100" cy="535839"/>
          </a:xfrm>
          <a:prstGeom prst="rect">
            <a:avLst/>
          </a:prstGeom>
          <a:noFill/>
          <a:ln/>
        </p:spPr>
        <p:txBody>
          <a:bodyPr wrap="square" lIns="0" tIns="0" rIns="0" bIns="0" rtlCol="0" anchor="ctr"/>
          <a:lstStyle/>
          <a:p>
            <a:r>
              <a:rPr lang="en-US" sz="1200" b="1" dirty="0">
                <a:solidFill>
                  <a:srgbClr val="D1D5DB"/>
                </a:solidFill>
                <a:latin typeface="Poppins" pitchFamily="34" charset="0"/>
                <a:ea typeface="Poppins" pitchFamily="34" charset="-122"/>
                <a:cs typeface="Poppins" pitchFamily="34" charset="-120"/>
              </a:rPr>
              <a:t>Image Quality Metrics</a:t>
            </a:r>
            <a:endParaRPr lang="en-US" sz="1200" b="1" dirty="0"/>
          </a:p>
        </p:txBody>
      </p:sp>
      <p:sp>
        <p:nvSpPr>
          <p:cNvPr id="20" name="Text 13"/>
          <p:cNvSpPr txBox="1"/>
          <p:nvPr/>
        </p:nvSpPr>
        <p:spPr>
          <a:xfrm>
            <a:off x="1079500" y="3086100"/>
            <a:ext cx="3022599" cy="825703"/>
          </a:xfrm>
          <a:prstGeom prst="rect">
            <a:avLst/>
          </a:prstGeom>
          <a:noFill/>
          <a:ln/>
        </p:spPr>
        <p:txBody>
          <a:bodyPr wrap="square" lIns="0" tIns="0" rIns="0" bIns="0" rtlCol="0" anchor="ctr"/>
          <a:lstStyle/>
          <a:p>
            <a:r>
              <a:rPr lang="en-US" sz="1200" dirty="0">
                <a:solidFill>
                  <a:srgbClr val="D1D5DB"/>
                </a:solidFill>
                <a:latin typeface="Poppins" pitchFamily="34" charset="0"/>
                <a:ea typeface="Poppins" pitchFamily="34" charset="-122"/>
                <a:cs typeface="Poppins" pitchFamily="34" charset="-120"/>
              </a:rPr>
              <a:t>  • </a:t>
            </a:r>
            <a:r>
              <a:rPr lang="en-US" sz="1200" dirty="0" err="1">
                <a:solidFill>
                  <a:srgbClr val="D1D5DB"/>
                </a:solidFill>
                <a:latin typeface="Poppins" pitchFamily="34" charset="0"/>
                <a:ea typeface="Poppins" pitchFamily="34" charset="-122"/>
                <a:cs typeface="Poppins" pitchFamily="34" charset="-120"/>
              </a:rPr>
              <a:t>pSNR</a:t>
            </a:r>
            <a:r>
              <a:rPr lang="en-US" sz="1200" dirty="0">
                <a:solidFill>
                  <a:srgbClr val="D1D5DB"/>
                </a:solidFill>
                <a:latin typeface="Poppins" pitchFamily="34" charset="0"/>
                <a:ea typeface="Poppins" pitchFamily="34" charset="-122"/>
                <a:cs typeface="Poppins" pitchFamily="34" charset="-120"/>
              </a:rPr>
              <a:t>: 25.30 dB</a:t>
            </a:r>
          </a:p>
          <a:p>
            <a:r>
              <a:rPr lang="en-US" sz="1200" dirty="0">
                <a:solidFill>
                  <a:srgbClr val="D1D5DB"/>
                </a:solidFill>
                <a:latin typeface="Poppins" pitchFamily="34" charset="0"/>
                <a:ea typeface="Poppins" pitchFamily="34" charset="-122"/>
                <a:cs typeface="Poppins" pitchFamily="34" charset="-120"/>
              </a:rPr>
              <a:t>  • SSIM: 0.7054</a:t>
            </a:r>
          </a:p>
          <a:p>
            <a:r>
              <a:rPr lang="en-US" sz="1200" dirty="0">
                <a:solidFill>
                  <a:srgbClr val="D1D5DB"/>
                </a:solidFill>
                <a:latin typeface="Poppins" pitchFamily="34" charset="0"/>
                <a:ea typeface="Poppins" pitchFamily="34" charset="-122"/>
                <a:cs typeface="Poppins" pitchFamily="34" charset="-120"/>
              </a:rPr>
              <a:t>  • LPIPS: 0.4058</a:t>
            </a:r>
            <a:endParaRPr lang="en-US" sz="1200" dirty="0"/>
          </a:p>
        </p:txBody>
      </p:sp>
      <p:sp>
        <p:nvSpPr>
          <p:cNvPr id="21" name="Shape 14"/>
          <p:cNvSpPr/>
          <p:nvPr/>
        </p:nvSpPr>
        <p:spPr>
          <a:xfrm>
            <a:off x="6192443" y="2747770"/>
            <a:ext cx="5020056" cy="1200607"/>
          </a:xfrm>
          <a:prstGeom prst="roundRect">
            <a:avLst>
              <a:gd name="adj" fmla="val 4836"/>
            </a:avLst>
          </a:prstGeom>
          <a:solidFill>
            <a:srgbClr val="1E3A8A">
              <a:alpha val="40000"/>
            </a:srgbClr>
          </a:solidFill>
          <a:ln w="12700">
            <a:solidFill>
              <a:srgbClr val="1D4ED8"/>
            </a:solidFill>
            <a:prstDash val="solid"/>
          </a:ln>
        </p:spPr>
        <p:txBody>
          <a:bodyPr/>
          <a:lstStyle/>
          <a:p>
            <a:endParaRPr lang="en-IN"/>
          </a:p>
        </p:txBody>
      </p:sp>
      <p:sp>
        <p:nvSpPr>
          <p:cNvPr id="23" name="Text 15"/>
          <p:cNvSpPr txBox="1"/>
          <p:nvPr/>
        </p:nvSpPr>
        <p:spPr>
          <a:xfrm>
            <a:off x="6330493" y="2905962"/>
            <a:ext cx="2465450" cy="279808"/>
          </a:xfrm>
          <a:prstGeom prst="rect">
            <a:avLst/>
          </a:prstGeom>
          <a:noFill/>
          <a:ln/>
        </p:spPr>
        <p:txBody>
          <a:bodyPr wrap="square" lIns="0" tIns="0" rIns="0" bIns="0" rtlCol="0" anchor="ctr"/>
          <a:lstStyle/>
          <a:p>
            <a:pPr marL="0" indent="0" algn="l">
              <a:buNone/>
            </a:pPr>
            <a:r>
              <a:rPr lang="en-US" sz="1200" b="1" dirty="0">
                <a:solidFill>
                  <a:srgbClr val="FFFFFF"/>
                </a:solidFill>
                <a:latin typeface="Poppins" pitchFamily="34" charset="0"/>
                <a:ea typeface="Poppins" pitchFamily="34" charset="-122"/>
                <a:cs typeface="Poppins" pitchFamily="34" charset="-120"/>
              </a:rPr>
              <a:t>Quantifiable Outcomes</a:t>
            </a:r>
            <a:endParaRPr lang="en-US" sz="1200" dirty="0"/>
          </a:p>
        </p:txBody>
      </p:sp>
      <p:sp>
        <p:nvSpPr>
          <p:cNvPr id="24" name="Text 16"/>
          <p:cNvSpPr txBox="1"/>
          <p:nvPr/>
        </p:nvSpPr>
        <p:spPr>
          <a:xfrm>
            <a:off x="6330492" y="3185771"/>
            <a:ext cx="4705807" cy="538584"/>
          </a:xfrm>
          <a:prstGeom prst="rect">
            <a:avLst/>
          </a:prstGeom>
          <a:noFill/>
          <a:ln/>
        </p:spPr>
        <p:txBody>
          <a:bodyPr wrap="square" lIns="0" tIns="0" rIns="0" bIns="0" rtlCol="0" anchor="ctr"/>
          <a:lstStyle/>
          <a:p>
            <a:r>
              <a:rPr lang="en-US" sz="1200" dirty="0">
                <a:solidFill>
                  <a:srgbClr val="D1D5DB"/>
                </a:solidFill>
                <a:latin typeface="Poppins" pitchFamily="34" charset="0"/>
                <a:ea typeface="Poppins" pitchFamily="34" charset="-122"/>
                <a:cs typeface="Poppins" pitchFamily="34" charset="-120"/>
              </a:rPr>
              <a:t>• True Positive Rate (Sensitivity): 43.8% recovery rate on sub-pixel defects.</a:t>
            </a:r>
          </a:p>
          <a:p>
            <a:r>
              <a:rPr lang="en-US" sz="1200" dirty="0">
                <a:solidFill>
                  <a:srgbClr val="D1D5DB"/>
                </a:solidFill>
                <a:latin typeface="Poppins" pitchFamily="34" charset="0"/>
                <a:ea typeface="Poppins" pitchFamily="34" charset="-122"/>
                <a:cs typeface="Poppins" pitchFamily="34" charset="-120"/>
              </a:rPr>
              <a:t>• False Positive Nuisance Rate: Dropped to 97.4 per image.</a:t>
            </a:r>
            <a:endParaRPr lang="en-US" sz="1200" dirty="0"/>
          </a:p>
        </p:txBody>
      </p:sp>
      <p:pic>
        <p:nvPicPr>
          <p:cNvPr id="25" name="Picture 24">
            <a:extLst>
              <a:ext uri="{FF2B5EF4-FFF2-40B4-BE49-F238E27FC236}">
                <a16:creationId xmlns:a16="http://schemas.microsoft.com/office/drawing/2014/main" id="{C2A87E08-9934-FBF2-2F29-11A8271B362B}"/>
              </a:ext>
            </a:extLst>
          </p:cNvPr>
          <p:cNvPicPr>
            <a:picLocks noChangeAspect="1"/>
          </p:cNvPicPr>
          <p:nvPr/>
        </p:nvPicPr>
        <p:blipFill>
          <a:blip r:embed="rId6"/>
          <a:stretch>
            <a:fillRect/>
          </a:stretch>
        </p:blipFill>
        <p:spPr>
          <a:xfrm>
            <a:off x="5406922" y="227710"/>
            <a:ext cx="1607366" cy="783591"/>
          </a:xfrm>
          <a:prstGeom prst="rect">
            <a:avLst/>
          </a:prstGeom>
        </p:spPr>
      </p:pic>
      <p:sp>
        <p:nvSpPr>
          <p:cNvPr id="27" name="Shape 1">
            <a:extLst>
              <a:ext uri="{FF2B5EF4-FFF2-40B4-BE49-F238E27FC236}">
                <a16:creationId xmlns:a16="http://schemas.microsoft.com/office/drawing/2014/main" id="{850BA2BE-D607-619F-6960-A71277019D3B}"/>
              </a:ext>
            </a:extLst>
          </p:cNvPr>
          <p:cNvSpPr/>
          <p:nvPr/>
        </p:nvSpPr>
        <p:spPr>
          <a:xfrm>
            <a:off x="571500" y="209602"/>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28" name="Picture 27">
            <a:extLst>
              <a:ext uri="{FF2B5EF4-FFF2-40B4-BE49-F238E27FC236}">
                <a16:creationId xmlns:a16="http://schemas.microsoft.com/office/drawing/2014/main" id="{C5D3E59C-FE74-F0BE-9B10-98C8003398B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28859" y="329389"/>
            <a:ext cx="9163491" cy="586435"/>
          </a:xfrm>
          <a:prstGeom prst="rect">
            <a:avLst/>
          </a:prstGeom>
        </p:spPr>
      </p:pic>
      <p:pic>
        <p:nvPicPr>
          <p:cNvPr id="29" name="Picture 28">
            <a:extLst>
              <a:ext uri="{FF2B5EF4-FFF2-40B4-BE49-F238E27FC236}">
                <a16:creationId xmlns:a16="http://schemas.microsoft.com/office/drawing/2014/main" id="{66103181-9D00-EF33-4FC9-E90ADAB0726F}"/>
              </a:ext>
            </a:extLst>
          </p:cNvPr>
          <p:cNvPicPr>
            <a:picLocks noChangeAspect="1"/>
          </p:cNvPicPr>
          <p:nvPr/>
        </p:nvPicPr>
        <p:blipFill>
          <a:blip r:embed="rId8"/>
          <a:stretch>
            <a:fillRect/>
          </a:stretch>
        </p:blipFill>
        <p:spPr>
          <a:xfrm>
            <a:off x="2324963" y="4048960"/>
            <a:ext cx="6869837" cy="23761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238098"/>
            <a:ext cx="75895" cy="409651"/>
          </a:xfrm>
          <a:prstGeom prst="rect">
            <a:avLst/>
          </a:prstGeom>
          <a:solidFill>
            <a:srgbClr val="88E555"/>
          </a:solidFill>
          <a:ln/>
        </p:spPr>
        <p:txBody>
          <a:bodyPr/>
          <a:lstStyle/>
          <a:p>
            <a:endParaRPr lang="en-IN"/>
          </a:p>
        </p:txBody>
      </p:sp>
      <p:sp>
        <p:nvSpPr>
          <p:cNvPr id="8" name="Text 3"/>
          <p:cNvSpPr txBox="1"/>
          <p:nvPr/>
        </p:nvSpPr>
        <p:spPr>
          <a:xfrm>
            <a:off x="838505" y="1200607"/>
            <a:ext cx="7824521"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Technology &amp; Feasibility/Methodology Used</a:t>
            </a:r>
            <a:endParaRPr lang="en-US" sz="2600" dirty="0"/>
          </a:p>
        </p:txBody>
      </p:sp>
      <p:sp>
        <p:nvSpPr>
          <p:cNvPr id="9" name="Shape 4"/>
          <p:cNvSpPr/>
          <p:nvPr/>
        </p:nvSpPr>
        <p:spPr>
          <a:xfrm>
            <a:off x="571500" y="1879092"/>
            <a:ext cx="11048695" cy="4695444"/>
          </a:xfrm>
          <a:prstGeom prst="roundRect">
            <a:avLst>
              <a:gd name="adj" fmla="val 63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1879092"/>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1879092"/>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6" name="Text 10"/>
          <p:cNvSpPr txBox="1"/>
          <p:nvPr/>
        </p:nvSpPr>
        <p:spPr>
          <a:xfrm>
            <a:off x="1762049" y="2287829"/>
            <a:ext cx="9344254" cy="685800"/>
          </a:xfrm>
          <a:prstGeom prst="rect">
            <a:avLst/>
          </a:prstGeom>
          <a:noFill/>
          <a:ln/>
        </p:spPr>
        <p:txBody>
          <a:bodyPr wrap="square" lIns="0" tIns="0" rIns="0" bIns="0" rtlCol="0" anchor="ctr"/>
          <a:lstStyle/>
          <a:p>
            <a:pPr marL="0" indent="0" algn="l">
              <a:buNone/>
            </a:pPr>
            <a:endParaRPr lang="en-US" sz="1800" dirty="0"/>
          </a:p>
        </p:txBody>
      </p:sp>
      <p:sp>
        <p:nvSpPr>
          <p:cNvPr id="17" name="Shape 11"/>
          <p:cNvSpPr/>
          <p:nvPr/>
        </p:nvSpPr>
        <p:spPr>
          <a:xfrm>
            <a:off x="961949" y="2239365"/>
            <a:ext cx="10267798" cy="2275942"/>
          </a:xfrm>
          <a:prstGeom prst="roundRect">
            <a:avLst>
              <a:gd name="adj" fmla="val 4277"/>
            </a:avLst>
          </a:prstGeom>
          <a:solidFill>
            <a:srgbClr val="1E3A8A">
              <a:alpha val="40000"/>
            </a:srgbClr>
          </a:solidFill>
          <a:ln w="12700">
            <a:solidFill>
              <a:srgbClr val="1D4ED8"/>
            </a:solidFill>
            <a:prstDash val="solid"/>
          </a:ln>
        </p:spPr>
        <p:txBody>
          <a:bodyPr/>
          <a:lstStyle/>
          <a:p>
            <a:endParaRPr lang="en-IN"/>
          </a:p>
        </p:txBody>
      </p:sp>
      <p:sp>
        <p:nvSpPr>
          <p:cNvPr id="18" name="Text 12"/>
          <p:cNvSpPr txBox="1"/>
          <p:nvPr/>
        </p:nvSpPr>
        <p:spPr>
          <a:xfrm>
            <a:off x="1085697" y="2489915"/>
            <a:ext cx="2749703" cy="25603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IMPLEMENTATION STRATEGY</a:t>
            </a:r>
            <a:endParaRPr lang="en-US" sz="1000" dirty="0"/>
          </a:p>
        </p:txBody>
      </p:sp>
      <p:sp>
        <p:nvSpPr>
          <p:cNvPr id="19" name="Text 13"/>
          <p:cNvSpPr txBox="1"/>
          <p:nvPr/>
        </p:nvSpPr>
        <p:spPr>
          <a:xfrm>
            <a:off x="1085697" y="2745946"/>
            <a:ext cx="10020606" cy="1513330"/>
          </a:xfrm>
          <a:prstGeom prst="rect">
            <a:avLst/>
          </a:prstGeom>
          <a:noFill/>
          <a:ln/>
        </p:spPr>
        <p:txBody>
          <a:bodyPr wrap="square" lIns="0" tIns="0" rIns="0" bIns="0" rtlCol="0" anchor="ctr"/>
          <a:lstStyle/>
          <a:p>
            <a:r>
              <a:rPr lang="en-US" sz="1300" i="1" dirty="0">
                <a:solidFill>
                  <a:srgbClr val="FFFFFF">
                    <a:alpha val="70000"/>
                  </a:srgbClr>
                </a:solidFill>
                <a:latin typeface="Poppins" pitchFamily="34" charset="0"/>
                <a:ea typeface="Poppins" pitchFamily="34" charset="-122"/>
                <a:cs typeface="Poppins" pitchFamily="34" charset="-120"/>
              </a:rPr>
              <a:t>  • Tech Stack: Python 3.10+, </a:t>
            </a:r>
            <a:r>
              <a:rPr lang="en-US" sz="1300" i="1" dirty="0" err="1">
                <a:solidFill>
                  <a:srgbClr val="FFFFFF">
                    <a:alpha val="70000"/>
                  </a:srgbClr>
                </a:solidFill>
                <a:latin typeface="Poppins" pitchFamily="34" charset="0"/>
                <a:ea typeface="Poppins" pitchFamily="34" charset="-122"/>
                <a:cs typeface="Poppins" pitchFamily="34" charset="-120"/>
              </a:rPr>
              <a:t>PyTorch</a:t>
            </a:r>
            <a:r>
              <a:rPr lang="en-US" sz="1300" i="1" dirty="0">
                <a:solidFill>
                  <a:srgbClr val="FFFFFF">
                    <a:alpha val="70000"/>
                  </a:srgbClr>
                </a:solidFill>
                <a:latin typeface="Poppins" pitchFamily="34" charset="0"/>
                <a:ea typeface="Poppins" pitchFamily="34" charset="-122"/>
                <a:cs typeface="Poppins" pitchFamily="34" charset="-120"/>
              </a:rPr>
              <a:t>, </a:t>
            </a:r>
            <a:r>
              <a:rPr lang="en-US" sz="1300" i="1" dirty="0" err="1">
                <a:solidFill>
                  <a:srgbClr val="FFFFFF">
                    <a:alpha val="70000"/>
                  </a:srgbClr>
                </a:solidFill>
                <a:latin typeface="Poppins" pitchFamily="34" charset="0"/>
                <a:ea typeface="Poppins" pitchFamily="34" charset="-122"/>
                <a:cs typeface="Poppins" pitchFamily="34" charset="-120"/>
              </a:rPr>
              <a:t>PyYAML</a:t>
            </a:r>
            <a:r>
              <a:rPr lang="en-US" sz="1300" i="1" dirty="0">
                <a:solidFill>
                  <a:srgbClr val="FFFFFF">
                    <a:alpha val="70000"/>
                  </a:srgbClr>
                </a:solidFill>
                <a:latin typeface="Poppins" pitchFamily="34" charset="0"/>
                <a:ea typeface="Poppins" pitchFamily="34" charset="-122"/>
                <a:cs typeface="Poppins" pitchFamily="34" charset="-120"/>
              </a:rPr>
              <a:t>, SciPy (for the theoretical </a:t>
            </a:r>
            <a:r>
              <a:rPr lang="en-US" sz="1300" i="1" dirty="0" err="1">
                <a:solidFill>
                  <a:srgbClr val="FFFFFF">
                    <a:alpha val="70000"/>
                  </a:srgbClr>
                </a:solidFill>
                <a:latin typeface="Poppins" pitchFamily="34" charset="0"/>
                <a:ea typeface="Poppins" pitchFamily="34" charset="-122"/>
                <a:cs typeface="Poppins" pitchFamily="34" charset="-120"/>
              </a:rPr>
              <a:t>LoG</a:t>
            </a:r>
            <a:r>
              <a:rPr lang="en-US" sz="1300" i="1" dirty="0">
                <a:solidFill>
                  <a:srgbClr val="FFFFFF">
                    <a:alpha val="70000"/>
                  </a:srgbClr>
                </a:solidFill>
                <a:latin typeface="Poppins" pitchFamily="34" charset="0"/>
                <a:ea typeface="Poppins" pitchFamily="34" charset="-122"/>
                <a:cs typeface="Poppins" pitchFamily="34" charset="-120"/>
              </a:rPr>
              <a:t> defect evaluation baseline).</a:t>
            </a:r>
          </a:p>
          <a:p>
            <a:r>
              <a:rPr lang="en-US" sz="1300" i="1" dirty="0">
                <a:solidFill>
                  <a:srgbClr val="FFFFFF">
                    <a:alpha val="70000"/>
                  </a:srgbClr>
                </a:solidFill>
                <a:latin typeface="Poppins" pitchFamily="34" charset="0"/>
                <a:ea typeface="Poppins" pitchFamily="34" charset="-122"/>
                <a:cs typeface="Poppins" pitchFamily="34" charset="-120"/>
              </a:rPr>
              <a:t>  • Hardware Used: Google </a:t>
            </a:r>
            <a:r>
              <a:rPr lang="en-US" sz="1300" i="1" dirty="0" err="1">
                <a:solidFill>
                  <a:srgbClr val="FFFFFF">
                    <a:alpha val="70000"/>
                  </a:srgbClr>
                </a:solidFill>
                <a:latin typeface="Poppins" pitchFamily="34" charset="0"/>
                <a:ea typeface="Poppins" pitchFamily="34" charset="-122"/>
                <a:cs typeface="Poppins" pitchFamily="34" charset="-120"/>
              </a:rPr>
              <a:t>Colab</a:t>
            </a:r>
            <a:r>
              <a:rPr lang="en-US" sz="1300" i="1" dirty="0">
                <a:solidFill>
                  <a:srgbClr val="FFFFFF">
                    <a:alpha val="70000"/>
                  </a:srgbClr>
                </a:solidFill>
                <a:latin typeface="Poppins" pitchFamily="34" charset="0"/>
                <a:ea typeface="Poppins" pitchFamily="34" charset="-122"/>
                <a:cs typeface="Poppins" pitchFamily="34" charset="-120"/>
              </a:rPr>
              <a:t> (NVIDIA T4/A100 GPUs) for training.</a:t>
            </a:r>
          </a:p>
          <a:p>
            <a:r>
              <a:rPr lang="en-US" sz="1300" i="1" dirty="0">
                <a:solidFill>
                  <a:srgbClr val="FFFFFF">
                    <a:alpha val="70000"/>
                  </a:srgbClr>
                </a:solidFill>
                <a:latin typeface="Poppins" pitchFamily="34" charset="0"/>
                <a:ea typeface="Poppins" pitchFamily="34" charset="-122"/>
                <a:cs typeface="Poppins" pitchFamily="34" charset="-120"/>
              </a:rPr>
              <a:t>  • Training Time: ~20 minutes per 50 epochs (very fast to iterate).</a:t>
            </a:r>
          </a:p>
          <a:p>
            <a:r>
              <a:rPr lang="en-US" sz="1300" i="1" dirty="0">
                <a:solidFill>
                  <a:srgbClr val="FFFFFF">
                    <a:alpha val="70000"/>
                  </a:srgbClr>
                </a:solidFill>
                <a:latin typeface="Poppins" pitchFamily="34" charset="0"/>
                <a:ea typeface="Poppins" pitchFamily="34" charset="-122"/>
                <a:cs typeface="Poppins" pitchFamily="34" charset="-120"/>
              </a:rPr>
              <a:t>  • Model Size: Extremely lightweight at ~0.32M parameters (Well below the 3–8M hackathon constraint).</a:t>
            </a:r>
          </a:p>
          <a:p>
            <a:r>
              <a:rPr lang="en-US" sz="1300" i="1" dirty="0">
                <a:solidFill>
                  <a:srgbClr val="FFFFFF">
                    <a:alpha val="70000"/>
                  </a:srgbClr>
                </a:solidFill>
                <a:latin typeface="Poppins" pitchFamily="34" charset="0"/>
                <a:ea typeface="Poppins" pitchFamily="34" charset="-122"/>
                <a:cs typeface="Poppins" pitchFamily="34" charset="-120"/>
              </a:rPr>
              <a:t>  • Inference Time: ~175 </a:t>
            </a:r>
            <a:r>
              <a:rPr lang="en-US" sz="1300" i="1" dirty="0" err="1">
                <a:solidFill>
                  <a:srgbClr val="FFFFFF">
                    <a:alpha val="70000"/>
                  </a:srgbClr>
                </a:solidFill>
                <a:latin typeface="Poppins" pitchFamily="34" charset="0"/>
                <a:ea typeface="Poppins" pitchFamily="34" charset="-122"/>
                <a:cs typeface="Poppins" pitchFamily="34" charset="-120"/>
              </a:rPr>
              <a:t>ms</a:t>
            </a:r>
            <a:r>
              <a:rPr lang="en-US" sz="1300" i="1" dirty="0">
                <a:solidFill>
                  <a:srgbClr val="FFFFFF">
                    <a:alpha val="70000"/>
                  </a:srgbClr>
                </a:solidFill>
                <a:latin typeface="Poppins" pitchFamily="34" charset="0"/>
                <a:ea typeface="Poppins" pitchFamily="34" charset="-122"/>
                <a:cs typeface="Poppins" pitchFamily="34" charset="-120"/>
              </a:rPr>
              <a:t> per image on local CPU hardware. On the required H100 GPU architecture, batched inference         latency will operate in the single-digit milliseconds.</a:t>
            </a:r>
            <a:endParaRPr lang="en-US" sz="1300" dirty="0"/>
          </a:p>
        </p:txBody>
      </p:sp>
      <p:sp>
        <p:nvSpPr>
          <p:cNvPr id="20" name="Shape 14"/>
          <p:cNvSpPr/>
          <p:nvPr/>
        </p:nvSpPr>
        <p:spPr>
          <a:xfrm>
            <a:off x="961949" y="5252314"/>
            <a:ext cx="3295498" cy="933602"/>
          </a:xfrm>
          <a:prstGeom prst="roundRect">
            <a:avLst>
              <a:gd name="adj" fmla="val 7995"/>
            </a:avLst>
          </a:prstGeom>
          <a:solidFill>
            <a:srgbClr val="273383">
              <a:alpha val="40000"/>
            </a:srgbClr>
          </a:solidFill>
          <a:ln w="12700">
            <a:solidFill>
              <a:srgbClr val="88E555">
                <a:alpha val="20000"/>
              </a:srgbClr>
            </a:solidFill>
            <a:prstDash val="solid"/>
          </a:ln>
        </p:spPr>
        <p:txBody>
          <a:bodyPr/>
          <a:lstStyle/>
          <a:p>
            <a:endParaRPr lang="en-IN"/>
          </a:p>
        </p:txBody>
      </p:sp>
      <p:pic>
        <p:nvPicPr>
          <p:cNvPr id="21" name="Image 4" descr="preencoded.png"/>
          <p:cNvPicPr>
            <a:picLocks noChangeAspect="1"/>
          </p:cNvPicPr>
          <p:nvPr/>
        </p:nvPicPr>
        <p:blipFill>
          <a:blip r:embed="rId6"/>
          <a:srcRect t="-45" b="-45"/>
          <a:stretch/>
        </p:blipFill>
        <p:spPr>
          <a:xfrm>
            <a:off x="2481682" y="5451653"/>
            <a:ext cx="256946" cy="228600"/>
          </a:xfrm>
          <a:prstGeom prst="rect">
            <a:avLst/>
          </a:prstGeom>
        </p:spPr>
      </p:pic>
      <p:sp>
        <p:nvSpPr>
          <p:cNvPr id="22" name="Text 15"/>
          <p:cNvSpPr txBox="1"/>
          <p:nvPr/>
        </p:nvSpPr>
        <p:spPr>
          <a:xfrm>
            <a:off x="1861718" y="5823814"/>
            <a:ext cx="1608430" cy="191110"/>
          </a:xfrm>
          <a:prstGeom prst="rect">
            <a:avLst/>
          </a:prstGeom>
          <a:noFill/>
          <a:ln/>
        </p:spPr>
        <p:txBody>
          <a:bodyPr wrap="square" lIns="0" tIns="0" rIns="0" bIns="0" rtlCol="0" anchor="ctr"/>
          <a:lstStyle/>
          <a:p>
            <a:pPr marL="0" indent="0" algn="ctr">
              <a:buNone/>
            </a:pPr>
            <a:r>
              <a:rPr lang="en-US" sz="1000" dirty="0">
                <a:solidFill>
                  <a:srgbClr val="E2E8F0"/>
                </a:solidFill>
                <a:latin typeface="Poppins" pitchFamily="34" charset="0"/>
                <a:ea typeface="Poppins" pitchFamily="34" charset="-122"/>
                <a:cs typeface="Poppins" pitchFamily="34" charset="-120"/>
              </a:rPr>
              <a:t>Software Architecture</a:t>
            </a:r>
            <a:endParaRPr lang="en-US" sz="1000" dirty="0"/>
          </a:p>
        </p:txBody>
      </p:sp>
      <p:sp>
        <p:nvSpPr>
          <p:cNvPr id="23" name="Shape 16"/>
          <p:cNvSpPr/>
          <p:nvPr/>
        </p:nvSpPr>
        <p:spPr>
          <a:xfrm>
            <a:off x="4448556" y="5252314"/>
            <a:ext cx="3295498" cy="933602"/>
          </a:xfrm>
          <a:prstGeom prst="roundRect">
            <a:avLst>
              <a:gd name="adj" fmla="val 7995"/>
            </a:avLst>
          </a:prstGeom>
          <a:solidFill>
            <a:srgbClr val="273383">
              <a:alpha val="40000"/>
            </a:srgbClr>
          </a:solidFill>
          <a:ln w="12700">
            <a:solidFill>
              <a:srgbClr val="88E555">
                <a:alpha val="20000"/>
              </a:srgbClr>
            </a:solidFill>
            <a:prstDash val="solid"/>
          </a:ln>
        </p:spPr>
        <p:txBody>
          <a:bodyPr/>
          <a:lstStyle/>
          <a:p>
            <a:endParaRPr lang="en-IN"/>
          </a:p>
        </p:txBody>
      </p:sp>
      <p:pic>
        <p:nvPicPr>
          <p:cNvPr id="24" name="Image 5" descr="preencoded.png"/>
          <p:cNvPicPr>
            <a:picLocks noChangeAspect="1"/>
          </p:cNvPicPr>
          <p:nvPr/>
        </p:nvPicPr>
        <p:blipFill>
          <a:blip r:embed="rId7"/>
          <a:srcRect/>
          <a:stretch/>
        </p:blipFill>
        <p:spPr>
          <a:xfrm>
            <a:off x="5982005" y="5451653"/>
            <a:ext cx="228600" cy="228600"/>
          </a:xfrm>
          <a:prstGeom prst="rect">
            <a:avLst/>
          </a:prstGeom>
        </p:spPr>
      </p:pic>
      <p:sp>
        <p:nvSpPr>
          <p:cNvPr id="25" name="Text 17"/>
          <p:cNvSpPr txBox="1"/>
          <p:nvPr/>
        </p:nvSpPr>
        <p:spPr>
          <a:xfrm>
            <a:off x="5287061" y="5823814"/>
            <a:ext cx="1722730" cy="191110"/>
          </a:xfrm>
          <a:prstGeom prst="rect">
            <a:avLst/>
          </a:prstGeom>
          <a:noFill/>
          <a:ln/>
        </p:spPr>
        <p:txBody>
          <a:bodyPr wrap="square" lIns="0" tIns="0" rIns="0" bIns="0" rtlCol="0" anchor="ctr"/>
          <a:lstStyle/>
          <a:p>
            <a:pPr marL="0" indent="0" algn="ctr">
              <a:buNone/>
            </a:pPr>
            <a:r>
              <a:rPr lang="en-US" sz="1000" dirty="0">
                <a:solidFill>
                  <a:srgbClr val="E2E8F0"/>
                </a:solidFill>
                <a:latin typeface="Poppins" pitchFamily="34" charset="0"/>
                <a:ea typeface="Poppins" pitchFamily="34" charset="-122"/>
                <a:cs typeface="Poppins" pitchFamily="34" charset="-120"/>
              </a:rPr>
              <a:t>Hardware Components</a:t>
            </a:r>
            <a:endParaRPr lang="en-US" sz="1000" dirty="0"/>
          </a:p>
        </p:txBody>
      </p:sp>
      <p:sp>
        <p:nvSpPr>
          <p:cNvPr id="26" name="Shape 18"/>
          <p:cNvSpPr/>
          <p:nvPr/>
        </p:nvSpPr>
        <p:spPr>
          <a:xfrm>
            <a:off x="7934249" y="5252314"/>
            <a:ext cx="3295498" cy="933602"/>
          </a:xfrm>
          <a:prstGeom prst="roundRect">
            <a:avLst>
              <a:gd name="adj" fmla="val 7995"/>
            </a:avLst>
          </a:prstGeom>
          <a:solidFill>
            <a:srgbClr val="273383">
              <a:alpha val="40000"/>
            </a:srgbClr>
          </a:solidFill>
          <a:ln w="12700">
            <a:solidFill>
              <a:srgbClr val="88E555">
                <a:alpha val="20000"/>
              </a:srgbClr>
            </a:solidFill>
            <a:prstDash val="solid"/>
          </a:ln>
        </p:spPr>
        <p:txBody>
          <a:bodyPr/>
          <a:lstStyle/>
          <a:p>
            <a:endParaRPr lang="en-IN"/>
          </a:p>
        </p:txBody>
      </p:sp>
      <p:pic>
        <p:nvPicPr>
          <p:cNvPr id="27" name="Image 6" descr="preencoded.png"/>
          <p:cNvPicPr>
            <a:picLocks noChangeAspect="1"/>
          </p:cNvPicPr>
          <p:nvPr/>
        </p:nvPicPr>
        <p:blipFill>
          <a:blip r:embed="rId8"/>
          <a:srcRect/>
          <a:stretch/>
        </p:blipFill>
        <p:spPr>
          <a:xfrm>
            <a:off x="9467698" y="5451653"/>
            <a:ext cx="228600" cy="228600"/>
          </a:xfrm>
          <a:prstGeom prst="rect">
            <a:avLst/>
          </a:prstGeom>
        </p:spPr>
      </p:pic>
      <p:sp>
        <p:nvSpPr>
          <p:cNvPr id="28" name="Text 19"/>
          <p:cNvSpPr txBox="1"/>
          <p:nvPr/>
        </p:nvSpPr>
        <p:spPr>
          <a:xfrm>
            <a:off x="8919058" y="5823814"/>
            <a:ext cx="1436522" cy="191110"/>
          </a:xfrm>
          <a:prstGeom prst="rect">
            <a:avLst/>
          </a:prstGeom>
          <a:noFill/>
          <a:ln/>
        </p:spPr>
        <p:txBody>
          <a:bodyPr wrap="square" lIns="0" tIns="0" rIns="0" bIns="0" rtlCol="0" anchor="ctr"/>
          <a:lstStyle/>
          <a:p>
            <a:pPr marL="0" indent="0" algn="ctr">
              <a:buNone/>
            </a:pPr>
            <a:r>
              <a:rPr lang="en-US" sz="1000" dirty="0">
                <a:solidFill>
                  <a:srgbClr val="E2E8F0"/>
                </a:solidFill>
                <a:latin typeface="Poppins" pitchFamily="34" charset="0"/>
                <a:ea typeface="Poppins" pitchFamily="34" charset="-122"/>
                <a:cs typeface="Poppins" pitchFamily="34" charset="-120"/>
              </a:rPr>
              <a:t>Development Tools</a:t>
            </a:r>
            <a:endParaRPr lang="en-US" sz="1000" dirty="0"/>
          </a:p>
        </p:txBody>
      </p:sp>
      <p:pic>
        <p:nvPicPr>
          <p:cNvPr id="29" name="Picture 28">
            <a:extLst>
              <a:ext uri="{FF2B5EF4-FFF2-40B4-BE49-F238E27FC236}">
                <a16:creationId xmlns:a16="http://schemas.microsoft.com/office/drawing/2014/main" id="{DA9CA506-8684-B4DC-6650-2E5F61A7B031}"/>
              </a:ext>
            </a:extLst>
          </p:cNvPr>
          <p:cNvPicPr>
            <a:picLocks noChangeAspect="1"/>
          </p:cNvPicPr>
          <p:nvPr/>
        </p:nvPicPr>
        <p:blipFill>
          <a:blip r:embed="rId9"/>
          <a:stretch>
            <a:fillRect/>
          </a:stretch>
        </p:blipFill>
        <p:spPr>
          <a:xfrm>
            <a:off x="5344743" y="228600"/>
            <a:ext cx="1607366" cy="783591"/>
          </a:xfrm>
          <a:prstGeom prst="rect">
            <a:avLst/>
          </a:prstGeom>
        </p:spPr>
      </p:pic>
      <p:sp>
        <p:nvSpPr>
          <p:cNvPr id="31" name="Shape 1">
            <a:extLst>
              <a:ext uri="{FF2B5EF4-FFF2-40B4-BE49-F238E27FC236}">
                <a16:creationId xmlns:a16="http://schemas.microsoft.com/office/drawing/2014/main" id="{10B6379C-1BCE-6784-4600-934501FC5F97}"/>
              </a:ext>
            </a:extLst>
          </p:cNvPr>
          <p:cNvSpPr/>
          <p:nvPr/>
        </p:nvSpPr>
        <p:spPr>
          <a:xfrm>
            <a:off x="571500" y="240793"/>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32" name="Picture 31">
            <a:extLst>
              <a:ext uri="{FF2B5EF4-FFF2-40B4-BE49-F238E27FC236}">
                <a16:creationId xmlns:a16="http://schemas.microsoft.com/office/drawing/2014/main" id="{0D18A824-BCDE-0A33-4245-E3C168F9E6D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14101" y="378206"/>
            <a:ext cx="9163491" cy="5864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3604565"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GitHub &amp; Video Link</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1190549" y="2696566"/>
            <a:ext cx="9810598" cy="1447495"/>
          </a:xfrm>
          <a:prstGeom prst="roundRect">
            <a:avLst>
              <a:gd name="adj" fmla="val 4987"/>
            </a:avLst>
          </a:prstGeom>
          <a:noFill/>
          <a:ln w="12700">
            <a:solidFill>
              <a:srgbClr val="88E555">
                <a:alpha val="20000"/>
              </a:srgbClr>
            </a:solidFill>
            <a:prstDash val="solid"/>
          </a:ln>
        </p:spPr>
        <p:txBody>
          <a:bodyPr/>
          <a:lstStyle/>
          <a:p>
            <a:endParaRPr lang="en-IN"/>
          </a:p>
        </p:txBody>
      </p:sp>
      <p:sp>
        <p:nvSpPr>
          <p:cNvPr id="15" name="Shape 10"/>
          <p:cNvSpPr/>
          <p:nvPr/>
        </p:nvSpPr>
        <p:spPr>
          <a:xfrm>
            <a:off x="1429207" y="3087014"/>
            <a:ext cx="666598" cy="666598"/>
          </a:xfrm>
          <a:prstGeom prst="ellipse">
            <a:avLst/>
          </a:prstGeom>
          <a:solidFill>
            <a:srgbClr val="273383">
              <a:alpha val="60000"/>
            </a:srgbClr>
          </a:solidFill>
          <a:ln w="25400">
            <a:solidFill>
              <a:srgbClr val="AEFF82"/>
            </a:solidFill>
            <a:prstDash val="solid"/>
          </a:ln>
          <a:effectLst>
            <a:outerShdw blurRad="139700" dist="12700" dir="16200000" algn="bl" rotWithShape="0">
              <a:srgbClr val="88E555">
                <a:alpha val="20000"/>
              </a:srgbClr>
            </a:outerShdw>
          </a:effectLst>
        </p:spPr>
        <p:txBody>
          <a:bodyPr/>
          <a:lstStyle/>
          <a:p>
            <a:endParaRPr lang="en-IN"/>
          </a:p>
        </p:txBody>
      </p:sp>
      <p:pic>
        <p:nvPicPr>
          <p:cNvPr id="16" name="Image 3" descr="preencoded.png"/>
          <p:cNvPicPr>
            <a:picLocks noChangeAspect="1"/>
          </p:cNvPicPr>
          <p:nvPr/>
        </p:nvPicPr>
        <p:blipFill>
          <a:blip r:embed="rId6"/>
          <a:srcRect l="-237" r="-237"/>
          <a:stretch/>
        </p:blipFill>
        <p:spPr>
          <a:xfrm>
            <a:off x="1595628" y="3248863"/>
            <a:ext cx="333756" cy="342900"/>
          </a:xfrm>
          <a:prstGeom prst="rect">
            <a:avLst/>
          </a:prstGeom>
        </p:spPr>
      </p:pic>
      <p:sp>
        <p:nvSpPr>
          <p:cNvPr id="17" name="Text 11"/>
          <p:cNvSpPr txBox="1"/>
          <p:nvPr/>
        </p:nvSpPr>
        <p:spPr>
          <a:xfrm>
            <a:off x="2400300" y="2934310"/>
            <a:ext cx="2000707" cy="267005"/>
          </a:xfrm>
          <a:prstGeom prst="rect">
            <a:avLst/>
          </a:prstGeom>
          <a:noFill/>
          <a:ln/>
        </p:spPr>
        <p:txBody>
          <a:bodyPr wrap="square" lIns="0" tIns="0" rIns="0" bIns="0" rtlCol="0" anchor="ctr"/>
          <a:lstStyle/>
          <a:p>
            <a:pPr marL="0" indent="0" algn="l">
              <a:buNone/>
            </a:pPr>
            <a:r>
              <a:rPr lang="en-US" sz="1500" b="1" dirty="0">
                <a:solidFill>
                  <a:srgbClr val="88E555"/>
                </a:solidFill>
                <a:latin typeface="Poppins" pitchFamily="34" charset="0"/>
                <a:ea typeface="Poppins" pitchFamily="34" charset="-122"/>
                <a:cs typeface="Poppins" pitchFamily="34" charset="-120"/>
              </a:rPr>
              <a:t>GitHub Repository</a:t>
            </a:r>
            <a:endParaRPr lang="en-US" sz="1500" dirty="0"/>
          </a:p>
        </p:txBody>
      </p:sp>
      <p:sp>
        <p:nvSpPr>
          <p:cNvPr id="18" name="Shape 12"/>
          <p:cNvSpPr/>
          <p:nvPr/>
        </p:nvSpPr>
        <p:spPr>
          <a:xfrm>
            <a:off x="2400300" y="3315614"/>
            <a:ext cx="8363102" cy="590702"/>
          </a:xfrm>
          <a:prstGeom prst="roundRect">
            <a:avLst>
              <a:gd name="adj" fmla="val 19974"/>
            </a:avLst>
          </a:prstGeom>
          <a:solidFill>
            <a:srgbClr val="FFFFFF">
              <a:alpha val="10000"/>
            </a:srgbClr>
          </a:solidFill>
          <a:ln w="12700">
            <a:solidFill>
              <a:srgbClr val="4B5563"/>
            </a:solidFill>
            <a:prstDash val="solid"/>
          </a:ln>
        </p:spPr>
        <p:txBody>
          <a:bodyPr/>
          <a:lstStyle/>
          <a:p>
            <a:endParaRPr lang="en-IN"/>
          </a:p>
        </p:txBody>
      </p:sp>
      <p:pic>
        <p:nvPicPr>
          <p:cNvPr id="19" name="Image 4" descr="preencoded.png"/>
          <p:cNvPicPr>
            <a:picLocks noChangeAspect="1"/>
          </p:cNvPicPr>
          <p:nvPr/>
        </p:nvPicPr>
        <p:blipFill>
          <a:blip r:embed="rId7"/>
          <a:srcRect t="-180" b="-180"/>
          <a:stretch/>
        </p:blipFill>
        <p:spPr>
          <a:xfrm>
            <a:off x="2562149" y="3535070"/>
            <a:ext cx="190195" cy="152705"/>
          </a:xfrm>
          <a:prstGeom prst="rect">
            <a:avLst/>
          </a:prstGeom>
        </p:spPr>
      </p:pic>
      <p:sp>
        <p:nvSpPr>
          <p:cNvPr id="20" name="Text 13"/>
          <p:cNvSpPr txBox="1"/>
          <p:nvPr/>
        </p:nvSpPr>
        <p:spPr>
          <a:xfrm>
            <a:off x="2866644" y="3487522"/>
            <a:ext cx="3891686" cy="238658"/>
          </a:xfrm>
          <a:prstGeom prst="rect">
            <a:avLst/>
          </a:prstGeom>
          <a:noFill/>
          <a:ln/>
        </p:spPr>
        <p:txBody>
          <a:bodyPr wrap="square" lIns="0" tIns="0" rIns="0" bIns="0" rtlCol="0" anchor="ctr"/>
          <a:lstStyle/>
          <a:p>
            <a:pPr marL="0" indent="0" algn="l">
              <a:buNone/>
            </a:pPr>
            <a:r>
              <a:rPr lang="en-US" sz="1300" i="1" dirty="0">
                <a:solidFill>
                  <a:srgbClr val="D1D5DB"/>
                </a:solidFill>
                <a:latin typeface="Poppins" pitchFamily="34" charset="0"/>
                <a:ea typeface="Poppins" pitchFamily="34" charset="-122"/>
                <a:cs typeface="Poppins" pitchFamily="34" charset="-120"/>
              </a:rPr>
              <a:t>{Paste your GitHub / Source Code Link here}</a:t>
            </a:r>
            <a:endParaRPr lang="en-US" sz="1300" dirty="0"/>
          </a:p>
        </p:txBody>
      </p:sp>
      <p:sp>
        <p:nvSpPr>
          <p:cNvPr id="21" name="Shape 14"/>
          <p:cNvSpPr/>
          <p:nvPr/>
        </p:nvSpPr>
        <p:spPr>
          <a:xfrm>
            <a:off x="1190549" y="4449470"/>
            <a:ext cx="9810598" cy="1447495"/>
          </a:xfrm>
          <a:prstGeom prst="roundRect">
            <a:avLst>
              <a:gd name="adj" fmla="val 4987"/>
            </a:avLst>
          </a:prstGeom>
          <a:noFill/>
          <a:ln w="12700">
            <a:solidFill>
              <a:srgbClr val="88E555">
                <a:alpha val="20000"/>
              </a:srgbClr>
            </a:solidFill>
            <a:prstDash val="solid"/>
          </a:ln>
        </p:spPr>
        <p:txBody>
          <a:bodyPr/>
          <a:lstStyle/>
          <a:p>
            <a:endParaRPr lang="en-IN"/>
          </a:p>
        </p:txBody>
      </p:sp>
      <p:sp>
        <p:nvSpPr>
          <p:cNvPr id="22" name="Shape 15"/>
          <p:cNvSpPr/>
          <p:nvPr/>
        </p:nvSpPr>
        <p:spPr>
          <a:xfrm>
            <a:off x="1429207" y="4839919"/>
            <a:ext cx="666598" cy="666598"/>
          </a:xfrm>
          <a:prstGeom prst="ellipse">
            <a:avLst/>
          </a:prstGeom>
          <a:solidFill>
            <a:srgbClr val="273383">
              <a:alpha val="60000"/>
            </a:srgbClr>
          </a:solidFill>
          <a:ln w="25400">
            <a:solidFill>
              <a:srgbClr val="AEFF82"/>
            </a:solidFill>
            <a:prstDash val="solid"/>
          </a:ln>
          <a:effectLst>
            <a:outerShdw blurRad="139700" dist="12700" dir="16200000" algn="bl" rotWithShape="0">
              <a:srgbClr val="88E555">
                <a:alpha val="20000"/>
              </a:srgbClr>
            </a:outerShdw>
          </a:effectLst>
        </p:spPr>
        <p:txBody>
          <a:bodyPr/>
          <a:lstStyle/>
          <a:p>
            <a:endParaRPr lang="en-IN"/>
          </a:p>
        </p:txBody>
      </p:sp>
      <p:pic>
        <p:nvPicPr>
          <p:cNvPr id="23" name="Image 5" descr="preencoded.png"/>
          <p:cNvPicPr>
            <a:picLocks noChangeAspect="1"/>
          </p:cNvPicPr>
          <p:nvPr/>
        </p:nvPicPr>
        <p:blipFill>
          <a:blip r:embed="rId8"/>
          <a:srcRect l="-607" r="-607"/>
          <a:stretch/>
        </p:blipFill>
        <p:spPr>
          <a:xfrm>
            <a:off x="1567282" y="5001768"/>
            <a:ext cx="390449" cy="342900"/>
          </a:xfrm>
          <a:prstGeom prst="rect">
            <a:avLst/>
          </a:prstGeom>
        </p:spPr>
      </p:pic>
      <p:sp>
        <p:nvSpPr>
          <p:cNvPr id="24" name="Text 16"/>
          <p:cNvSpPr txBox="1"/>
          <p:nvPr/>
        </p:nvSpPr>
        <p:spPr>
          <a:xfrm>
            <a:off x="2400300" y="4687214"/>
            <a:ext cx="3086100" cy="267005"/>
          </a:xfrm>
          <a:prstGeom prst="rect">
            <a:avLst/>
          </a:prstGeom>
          <a:noFill/>
          <a:ln/>
        </p:spPr>
        <p:txBody>
          <a:bodyPr wrap="square" lIns="0" tIns="0" rIns="0" bIns="0" rtlCol="0" anchor="ctr"/>
          <a:lstStyle/>
          <a:p>
            <a:pPr marL="0" indent="0" algn="l">
              <a:buNone/>
            </a:pPr>
            <a:r>
              <a:rPr lang="en-US" sz="1500" b="1" dirty="0">
                <a:solidFill>
                  <a:srgbClr val="88E555"/>
                </a:solidFill>
                <a:latin typeface="Poppins" pitchFamily="34" charset="0"/>
                <a:ea typeface="Poppins" pitchFamily="34" charset="-122"/>
                <a:cs typeface="Poppins" pitchFamily="34" charset="-120"/>
              </a:rPr>
              <a:t>Prototype / Simulation Video</a:t>
            </a:r>
            <a:endParaRPr lang="en-US" sz="1500" dirty="0"/>
          </a:p>
        </p:txBody>
      </p:sp>
      <p:sp>
        <p:nvSpPr>
          <p:cNvPr id="25" name="Shape 17"/>
          <p:cNvSpPr/>
          <p:nvPr/>
        </p:nvSpPr>
        <p:spPr>
          <a:xfrm>
            <a:off x="2400300" y="5068519"/>
            <a:ext cx="8363102" cy="590702"/>
          </a:xfrm>
          <a:prstGeom prst="roundRect">
            <a:avLst>
              <a:gd name="adj" fmla="val 19974"/>
            </a:avLst>
          </a:prstGeom>
          <a:solidFill>
            <a:srgbClr val="FFFFFF">
              <a:alpha val="10000"/>
            </a:srgbClr>
          </a:solidFill>
          <a:ln w="12700">
            <a:solidFill>
              <a:srgbClr val="4B5563"/>
            </a:solidFill>
            <a:prstDash val="solid"/>
          </a:ln>
        </p:spPr>
        <p:txBody>
          <a:bodyPr/>
          <a:lstStyle/>
          <a:p>
            <a:endParaRPr lang="en-IN"/>
          </a:p>
        </p:txBody>
      </p:sp>
      <p:pic>
        <p:nvPicPr>
          <p:cNvPr id="26" name="Image 6" descr="preencoded.png"/>
          <p:cNvPicPr>
            <a:picLocks noChangeAspect="1"/>
          </p:cNvPicPr>
          <p:nvPr/>
        </p:nvPicPr>
        <p:blipFill>
          <a:blip r:embed="rId9"/>
          <a:srcRect l="-33" r="-33"/>
          <a:stretch/>
        </p:blipFill>
        <p:spPr>
          <a:xfrm>
            <a:off x="2562149" y="5287061"/>
            <a:ext cx="171907" cy="152705"/>
          </a:xfrm>
          <a:prstGeom prst="rect">
            <a:avLst/>
          </a:prstGeom>
        </p:spPr>
      </p:pic>
      <p:sp>
        <p:nvSpPr>
          <p:cNvPr id="27" name="Text 18"/>
          <p:cNvSpPr txBox="1"/>
          <p:nvPr/>
        </p:nvSpPr>
        <p:spPr>
          <a:xfrm>
            <a:off x="2848356" y="5239512"/>
            <a:ext cx="6053328" cy="238658"/>
          </a:xfrm>
          <a:prstGeom prst="rect">
            <a:avLst/>
          </a:prstGeom>
          <a:noFill/>
          <a:ln/>
        </p:spPr>
        <p:txBody>
          <a:bodyPr wrap="square" lIns="0" tIns="0" rIns="0" bIns="0" rtlCol="0" anchor="ctr"/>
          <a:lstStyle/>
          <a:p>
            <a:pPr marL="0" indent="0" algn="l">
              <a:buNone/>
            </a:pPr>
            <a:r>
              <a:rPr lang="en-US" sz="1300" i="1" dirty="0">
                <a:solidFill>
                  <a:srgbClr val="D1D5DB"/>
                </a:solidFill>
                <a:latin typeface="Poppins" pitchFamily="34" charset="0"/>
                <a:ea typeface="Poppins" pitchFamily="34" charset="-122"/>
                <a:cs typeface="Poppins" pitchFamily="34" charset="-120"/>
              </a:rPr>
              <a:t>{Paste your Video Link here showing simulation or working prototype}</a:t>
            </a:r>
            <a:endParaRPr lang="en-US" sz="1300" dirty="0"/>
          </a:p>
        </p:txBody>
      </p:sp>
      <p:pic>
        <p:nvPicPr>
          <p:cNvPr id="28" name="Picture 27">
            <a:extLst>
              <a:ext uri="{FF2B5EF4-FFF2-40B4-BE49-F238E27FC236}">
                <a16:creationId xmlns:a16="http://schemas.microsoft.com/office/drawing/2014/main" id="{DAC5205F-3589-4B54-7039-C1C70523478B}"/>
              </a:ext>
            </a:extLst>
          </p:cNvPr>
          <p:cNvPicPr>
            <a:picLocks noChangeAspect="1"/>
          </p:cNvPicPr>
          <p:nvPr/>
        </p:nvPicPr>
        <p:blipFill>
          <a:blip r:embed="rId10"/>
          <a:stretch>
            <a:fillRect/>
          </a:stretch>
        </p:blipFill>
        <p:spPr>
          <a:xfrm>
            <a:off x="5292164" y="227710"/>
            <a:ext cx="1607366" cy="783591"/>
          </a:xfrm>
          <a:prstGeom prst="rect">
            <a:avLst/>
          </a:prstGeom>
        </p:spPr>
      </p:pic>
      <p:sp>
        <p:nvSpPr>
          <p:cNvPr id="30" name="Shape 1">
            <a:extLst>
              <a:ext uri="{FF2B5EF4-FFF2-40B4-BE49-F238E27FC236}">
                <a16:creationId xmlns:a16="http://schemas.microsoft.com/office/drawing/2014/main" id="{89A93441-4E5C-0FCA-6BDD-16AB2E1B711C}"/>
              </a:ext>
            </a:extLst>
          </p:cNvPr>
          <p:cNvSpPr/>
          <p:nvPr/>
        </p:nvSpPr>
        <p:spPr>
          <a:xfrm>
            <a:off x="571500" y="167944"/>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31" name="Picture 30">
            <a:extLst>
              <a:ext uri="{FF2B5EF4-FFF2-40B4-BE49-F238E27FC236}">
                <a16:creationId xmlns:a16="http://schemas.microsoft.com/office/drawing/2014/main" id="{73E0C32B-9271-FA34-86BB-7D95EB5AB34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514101" y="297181"/>
            <a:ext cx="9163491" cy="5864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190549"/>
            <a:ext cx="75895" cy="409651"/>
          </a:xfrm>
          <a:prstGeom prst="rect">
            <a:avLst/>
          </a:prstGeom>
          <a:solidFill>
            <a:srgbClr val="88E555"/>
          </a:solidFill>
          <a:ln/>
        </p:spPr>
        <p:txBody>
          <a:bodyPr/>
          <a:lstStyle/>
          <a:p>
            <a:endParaRPr lang="en-IN"/>
          </a:p>
        </p:txBody>
      </p:sp>
      <p:sp>
        <p:nvSpPr>
          <p:cNvPr id="8" name="Text 3"/>
          <p:cNvSpPr txBox="1"/>
          <p:nvPr/>
        </p:nvSpPr>
        <p:spPr>
          <a:xfrm>
            <a:off x="838505" y="1152144"/>
            <a:ext cx="4624121"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Research and References</a:t>
            </a:r>
            <a:endParaRPr lang="en-US" sz="2600" dirty="0"/>
          </a:p>
        </p:txBody>
      </p:sp>
      <p:sp>
        <p:nvSpPr>
          <p:cNvPr id="9" name="Shape 4"/>
          <p:cNvSpPr/>
          <p:nvPr/>
        </p:nvSpPr>
        <p:spPr>
          <a:xfrm>
            <a:off x="571500" y="1830629"/>
            <a:ext cx="11048695" cy="4743907"/>
          </a:xfrm>
          <a:prstGeom prst="roundRect">
            <a:avLst>
              <a:gd name="adj" fmla="val 619"/>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1830629"/>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1830629"/>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1057046" y="2266595"/>
            <a:ext cx="476402" cy="476402"/>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a:stretch/>
        </p:blipFill>
        <p:spPr>
          <a:xfrm>
            <a:off x="1192740" y="2363216"/>
            <a:ext cx="228600" cy="228600"/>
          </a:xfrm>
          <a:prstGeom prst="rect">
            <a:avLst/>
          </a:prstGeom>
        </p:spPr>
      </p:pic>
      <p:sp>
        <p:nvSpPr>
          <p:cNvPr id="16" name="Text 10"/>
          <p:cNvSpPr txBox="1"/>
          <p:nvPr/>
        </p:nvSpPr>
        <p:spPr>
          <a:xfrm>
            <a:off x="1628546" y="2305202"/>
            <a:ext cx="4137254" cy="364846"/>
          </a:xfrm>
          <a:prstGeom prst="rect">
            <a:avLst/>
          </a:prstGeom>
          <a:noFill/>
          <a:ln/>
        </p:spPr>
        <p:txBody>
          <a:bodyPr wrap="square" lIns="0" tIns="0" rIns="0" bIns="0" rtlCol="0" anchor="ctr"/>
          <a:lstStyle/>
          <a:p>
            <a:pPr marL="0" indent="0" algn="l">
              <a:buNone/>
            </a:pPr>
            <a:r>
              <a:rPr lang="en-US" sz="1500" b="1" dirty="0">
                <a:solidFill>
                  <a:srgbClr val="88E555"/>
                </a:solidFill>
                <a:latin typeface="Poppins" pitchFamily="34" charset="0"/>
                <a:ea typeface="Poppins" pitchFamily="34" charset="-122"/>
                <a:cs typeface="Poppins" pitchFamily="34" charset="-120"/>
              </a:rPr>
              <a:t>Research Background &amp; Methodology</a:t>
            </a:r>
            <a:endParaRPr lang="en-US" sz="1500" dirty="0"/>
          </a:p>
        </p:txBody>
      </p:sp>
      <p:sp>
        <p:nvSpPr>
          <p:cNvPr id="17" name="Text 11"/>
          <p:cNvSpPr txBox="1"/>
          <p:nvPr/>
        </p:nvSpPr>
        <p:spPr>
          <a:xfrm>
            <a:off x="1628546" y="2516429"/>
            <a:ext cx="5701284" cy="191110"/>
          </a:xfrm>
          <a:prstGeom prst="rect">
            <a:avLst/>
          </a:prstGeom>
          <a:noFill/>
          <a:ln/>
        </p:spPr>
        <p:txBody>
          <a:bodyPr wrap="square" lIns="0" tIns="0" rIns="0" bIns="0" rtlCol="0" anchor="ctr"/>
          <a:lstStyle/>
          <a:p>
            <a:pPr marL="0" indent="0" algn="l">
              <a:buNone/>
            </a:pPr>
            <a:endParaRPr lang="en-US" sz="1000" dirty="0"/>
          </a:p>
        </p:txBody>
      </p:sp>
      <p:sp>
        <p:nvSpPr>
          <p:cNvPr id="18" name="Shape 12"/>
          <p:cNvSpPr/>
          <p:nvPr/>
        </p:nvSpPr>
        <p:spPr>
          <a:xfrm>
            <a:off x="1628546" y="2783434"/>
            <a:ext cx="9601200" cy="1362456"/>
          </a:xfrm>
          <a:prstGeom prst="roundRect">
            <a:avLst>
              <a:gd name="adj" fmla="val 6121"/>
            </a:avLst>
          </a:prstGeom>
          <a:solidFill>
            <a:srgbClr val="1E3A8A">
              <a:alpha val="40000"/>
            </a:srgbClr>
          </a:solidFill>
          <a:ln w="12700">
            <a:solidFill>
              <a:srgbClr val="1D4ED8"/>
            </a:solidFill>
            <a:prstDash val="solid"/>
          </a:ln>
        </p:spPr>
        <p:txBody>
          <a:bodyPr/>
          <a:lstStyle/>
          <a:p>
            <a:endParaRPr lang="en-IN"/>
          </a:p>
        </p:txBody>
      </p:sp>
      <p:sp>
        <p:nvSpPr>
          <p:cNvPr id="19" name="Text 13"/>
          <p:cNvSpPr txBox="1"/>
          <p:nvPr/>
        </p:nvSpPr>
        <p:spPr>
          <a:xfrm>
            <a:off x="1790395" y="2945281"/>
            <a:ext cx="9277502" cy="1123799"/>
          </a:xfrm>
          <a:prstGeom prst="rect">
            <a:avLst/>
          </a:prstGeom>
          <a:noFill/>
          <a:ln/>
        </p:spPr>
        <p:txBody>
          <a:bodyPr wrap="square" lIns="0" tIns="0" rIns="0" bIns="0" rtlCol="0" anchor="ctr"/>
          <a:lstStyle/>
          <a:p>
            <a:r>
              <a:rPr lang="en-US" sz="1200" i="1" dirty="0">
                <a:solidFill>
                  <a:srgbClr val="FFFFFF">
                    <a:alpha val="70000"/>
                  </a:srgbClr>
                </a:solidFill>
                <a:latin typeface="Poppins" pitchFamily="34" charset="0"/>
                <a:ea typeface="Poppins" pitchFamily="34" charset="-122"/>
                <a:cs typeface="Poppins" pitchFamily="34" charset="-120"/>
              </a:rPr>
              <a:t>• The Problem with Standard AI: Traditional L2/RMSE loss mathematically encourages models to output blurry, "safe" averages. In semiconductor inspection, this destroys the tiny, sub-pixel defects we are trying to find.</a:t>
            </a:r>
          </a:p>
          <a:p>
            <a:r>
              <a:rPr lang="en-US" sz="1200" i="1" dirty="0">
                <a:solidFill>
                  <a:srgbClr val="FFFFFF">
                    <a:alpha val="70000"/>
                  </a:srgbClr>
                </a:solidFill>
                <a:latin typeface="Poppins" pitchFamily="34" charset="0"/>
                <a:ea typeface="Poppins" pitchFamily="34" charset="-122"/>
                <a:cs typeface="Poppins" pitchFamily="34" charset="-120"/>
              </a:rPr>
              <a:t>  • Our Solution (Multi-Loss): We force the model to prioritize sharp edges over global smoothness by replacing L2 with a combination of FFT Magnitude Loss (for high frequencies) and Gradient Loss (for sharp structures).</a:t>
            </a:r>
          </a:p>
          <a:p>
            <a:r>
              <a:rPr lang="en-US" sz="1200" i="1" dirty="0">
                <a:solidFill>
                  <a:srgbClr val="FFFFFF">
                    <a:alpha val="70000"/>
                  </a:srgbClr>
                </a:solidFill>
                <a:latin typeface="Poppins" pitchFamily="34" charset="0"/>
                <a:ea typeface="Poppins" pitchFamily="34" charset="-122"/>
                <a:cs typeface="Poppins" pitchFamily="34" charset="-120"/>
              </a:rPr>
              <a:t>  • The Architecture: We process the image using a lightweight </a:t>
            </a:r>
            <a:r>
              <a:rPr lang="en-US" sz="1200" i="1" dirty="0" err="1">
                <a:solidFill>
                  <a:srgbClr val="FFFFFF">
                    <a:alpha val="70000"/>
                  </a:srgbClr>
                </a:solidFill>
                <a:latin typeface="Poppins" pitchFamily="34" charset="0"/>
                <a:ea typeface="Poppins" pitchFamily="34" charset="-122"/>
                <a:cs typeface="Poppins" pitchFamily="34" charset="-120"/>
              </a:rPr>
              <a:t>NAFNet</a:t>
            </a:r>
            <a:r>
              <a:rPr lang="en-US" sz="1200" i="1" dirty="0">
                <a:solidFill>
                  <a:srgbClr val="FFFFFF">
                    <a:alpha val="70000"/>
                  </a:srgbClr>
                </a:solidFill>
                <a:latin typeface="Poppins" pitchFamily="34" charset="0"/>
                <a:ea typeface="Poppins" pitchFamily="34" charset="-122"/>
                <a:cs typeface="Poppins" pitchFamily="34" charset="-120"/>
              </a:rPr>
              <a:t> architecture.</a:t>
            </a:r>
            <a:endParaRPr lang="en-US" sz="1200" dirty="0"/>
          </a:p>
        </p:txBody>
      </p:sp>
      <p:pic>
        <p:nvPicPr>
          <p:cNvPr id="21" name="Image 4" descr="preencoded.png"/>
          <p:cNvPicPr>
            <a:picLocks noChangeAspect="1"/>
          </p:cNvPicPr>
          <p:nvPr/>
        </p:nvPicPr>
        <p:blipFill>
          <a:blip r:embed="rId7"/>
          <a:srcRect l="-80" r="-80"/>
          <a:stretch/>
        </p:blipFill>
        <p:spPr>
          <a:xfrm>
            <a:off x="1208844" y="4393692"/>
            <a:ext cx="286207" cy="228600"/>
          </a:xfrm>
          <a:prstGeom prst="rect">
            <a:avLst/>
          </a:prstGeom>
        </p:spPr>
      </p:pic>
      <p:sp>
        <p:nvSpPr>
          <p:cNvPr id="22" name="Text 15"/>
          <p:cNvSpPr txBox="1"/>
          <p:nvPr/>
        </p:nvSpPr>
        <p:spPr>
          <a:xfrm>
            <a:off x="1628546" y="4365344"/>
            <a:ext cx="2562454" cy="323699"/>
          </a:xfrm>
          <a:prstGeom prst="rect">
            <a:avLst/>
          </a:prstGeom>
          <a:noFill/>
          <a:ln/>
        </p:spPr>
        <p:txBody>
          <a:bodyPr wrap="square" lIns="0" tIns="0" rIns="0" bIns="0" rtlCol="0" anchor="ctr"/>
          <a:lstStyle/>
          <a:p>
            <a:pPr marL="0" indent="0" algn="l">
              <a:buNone/>
            </a:pPr>
            <a:r>
              <a:rPr lang="en-US" sz="1500" b="1" dirty="0">
                <a:solidFill>
                  <a:srgbClr val="88E555"/>
                </a:solidFill>
                <a:latin typeface="Poppins" pitchFamily="34" charset="0"/>
                <a:ea typeface="Poppins" pitchFamily="34" charset="-122"/>
                <a:cs typeface="Poppins" pitchFamily="34" charset="-120"/>
              </a:rPr>
              <a:t>References &amp; Citations</a:t>
            </a:r>
            <a:endParaRPr lang="en-US" sz="1500" dirty="0"/>
          </a:p>
        </p:txBody>
      </p:sp>
      <p:sp>
        <p:nvSpPr>
          <p:cNvPr id="23" name="Text 16"/>
          <p:cNvSpPr txBox="1"/>
          <p:nvPr/>
        </p:nvSpPr>
        <p:spPr>
          <a:xfrm>
            <a:off x="1628546" y="4497934"/>
            <a:ext cx="2767889" cy="191110"/>
          </a:xfrm>
          <a:prstGeom prst="rect">
            <a:avLst/>
          </a:prstGeom>
          <a:noFill/>
          <a:ln/>
        </p:spPr>
        <p:txBody>
          <a:bodyPr wrap="square" lIns="0" tIns="0" rIns="0" bIns="0" rtlCol="0" anchor="ctr"/>
          <a:lstStyle/>
          <a:p>
            <a:pPr marL="0" indent="0" algn="l">
              <a:buNone/>
            </a:pPr>
            <a:endParaRPr lang="en-US" sz="1000" dirty="0"/>
          </a:p>
        </p:txBody>
      </p:sp>
      <p:sp>
        <p:nvSpPr>
          <p:cNvPr id="24" name="Shape 17"/>
          <p:cNvSpPr/>
          <p:nvPr/>
        </p:nvSpPr>
        <p:spPr>
          <a:xfrm>
            <a:off x="1628546" y="4764938"/>
            <a:ext cx="9601200" cy="1410005"/>
          </a:xfrm>
          <a:prstGeom prst="roundRect">
            <a:avLst>
              <a:gd name="adj" fmla="val 3505"/>
            </a:avLst>
          </a:prstGeom>
          <a:solidFill>
            <a:srgbClr val="1E3A8A">
              <a:alpha val="40000"/>
            </a:srgbClr>
          </a:solidFill>
          <a:ln w="12700">
            <a:solidFill>
              <a:srgbClr val="1D4ED8"/>
            </a:solidFill>
            <a:prstDash val="solid"/>
          </a:ln>
        </p:spPr>
        <p:txBody>
          <a:bodyPr/>
          <a:lstStyle/>
          <a:p>
            <a:endParaRPr lang="en-IN" dirty="0"/>
          </a:p>
        </p:txBody>
      </p:sp>
      <p:sp>
        <p:nvSpPr>
          <p:cNvPr id="25" name="Shape 18"/>
          <p:cNvSpPr/>
          <p:nvPr/>
        </p:nvSpPr>
        <p:spPr>
          <a:xfrm>
            <a:off x="1790395" y="5232197"/>
            <a:ext cx="9277502" cy="9144"/>
          </a:xfrm>
          <a:prstGeom prst="rect">
            <a:avLst/>
          </a:prstGeom>
          <a:solidFill>
            <a:srgbClr val="1E40AF">
              <a:alpha val="30000"/>
            </a:srgbClr>
          </a:solidFill>
          <a:ln/>
        </p:spPr>
        <p:txBody>
          <a:bodyPr/>
          <a:lstStyle/>
          <a:p>
            <a:endParaRPr lang="en-IN"/>
          </a:p>
        </p:txBody>
      </p:sp>
      <p:sp>
        <p:nvSpPr>
          <p:cNvPr id="26" name="Text 19"/>
          <p:cNvSpPr txBox="1"/>
          <p:nvPr/>
        </p:nvSpPr>
        <p:spPr>
          <a:xfrm>
            <a:off x="1790394" y="4926787"/>
            <a:ext cx="9277503" cy="305410"/>
          </a:xfrm>
          <a:prstGeom prst="rect">
            <a:avLst/>
          </a:prstGeom>
          <a:noFill/>
          <a:ln/>
        </p:spPr>
        <p:txBody>
          <a:bodyPr wrap="square" lIns="0" tIns="0" rIns="0" bIns="0" rtlCol="0" anchor="ctr"/>
          <a:lstStyle/>
          <a:p>
            <a:pPr algn="just"/>
            <a:r>
              <a:rPr lang="en-US" sz="1200" dirty="0" err="1">
                <a:solidFill>
                  <a:srgbClr val="FFFFFF">
                    <a:alpha val="80000"/>
                  </a:srgbClr>
                </a:solidFill>
                <a:latin typeface="Poppins" pitchFamily="34" charset="0"/>
                <a:ea typeface="Poppins" pitchFamily="34" charset="-122"/>
                <a:cs typeface="Poppins" pitchFamily="34" charset="-120"/>
              </a:rPr>
              <a:t>NAFNet</a:t>
            </a:r>
            <a:r>
              <a:rPr lang="en-US" sz="1200" dirty="0">
                <a:solidFill>
                  <a:srgbClr val="FFFFFF">
                    <a:alpha val="80000"/>
                  </a:srgbClr>
                </a:solidFill>
                <a:latin typeface="Poppins" pitchFamily="34" charset="0"/>
                <a:ea typeface="Poppins" pitchFamily="34" charset="-122"/>
                <a:cs typeface="Poppins" pitchFamily="34" charset="-120"/>
              </a:rPr>
              <a:t>: Chen, L., et al. (2022). Simple Baselines for Image Restoration. </a:t>
            </a:r>
            <a:endParaRPr lang="en-US" sz="1200" dirty="0"/>
          </a:p>
        </p:txBody>
      </p:sp>
      <p:sp>
        <p:nvSpPr>
          <p:cNvPr id="27" name="Shape 20"/>
          <p:cNvSpPr/>
          <p:nvPr/>
        </p:nvSpPr>
        <p:spPr>
          <a:xfrm>
            <a:off x="1790395" y="5661050"/>
            <a:ext cx="9277502" cy="9144"/>
          </a:xfrm>
          <a:prstGeom prst="rect">
            <a:avLst/>
          </a:prstGeom>
          <a:solidFill>
            <a:srgbClr val="1E40AF">
              <a:alpha val="30000"/>
            </a:srgbClr>
          </a:solidFill>
          <a:ln/>
        </p:spPr>
        <p:txBody>
          <a:bodyPr/>
          <a:lstStyle/>
          <a:p>
            <a:endParaRPr lang="en-IN"/>
          </a:p>
        </p:txBody>
      </p:sp>
      <p:sp>
        <p:nvSpPr>
          <p:cNvPr id="28" name="Text 21"/>
          <p:cNvSpPr txBox="1"/>
          <p:nvPr/>
        </p:nvSpPr>
        <p:spPr>
          <a:xfrm>
            <a:off x="1790395" y="5308090"/>
            <a:ext cx="9277502" cy="352959"/>
          </a:xfrm>
          <a:prstGeom prst="rect">
            <a:avLst/>
          </a:prstGeom>
          <a:noFill/>
          <a:ln/>
        </p:spPr>
        <p:txBody>
          <a:bodyPr wrap="square" lIns="0" tIns="0" rIns="0" bIns="0" rtlCol="0" anchor="ctr"/>
          <a:lstStyle/>
          <a:p>
            <a:r>
              <a:rPr lang="en-US" sz="1200" dirty="0" err="1">
                <a:solidFill>
                  <a:srgbClr val="FFFFFF">
                    <a:alpha val="80000"/>
                  </a:srgbClr>
                </a:solidFill>
                <a:latin typeface="Poppins" pitchFamily="34" charset="0"/>
                <a:ea typeface="Poppins" pitchFamily="34" charset="-122"/>
                <a:cs typeface="Poppins" pitchFamily="34" charset="-120"/>
              </a:rPr>
              <a:t>CutBlur</a:t>
            </a:r>
            <a:r>
              <a:rPr lang="en-US" sz="1200" dirty="0">
                <a:solidFill>
                  <a:srgbClr val="FFFFFF">
                    <a:alpha val="80000"/>
                  </a:srgbClr>
                </a:solidFill>
                <a:latin typeface="Poppins" pitchFamily="34" charset="0"/>
                <a:ea typeface="Poppins" pitchFamily="34" charset="-122"/>
                <a:cs typeface="Poppins" pitchFamily="34" charset="-120"/>
              </a:rPr>
              <a:t>: Yoo, J., et al. (2020). Rethinking Data Augmentation for Image Super-resolution.</a:t>
            </a:r>
            <a:endParaRPr lang="en-US" sz="1200" dirty="0"/>
          </a:p>
        </p:txBody>
      </p:sp>
      <p:sp>
        <p:nvSpPr>
          <p:cNvPr id="29" name="Text 22"/>
          <p:cNvSpPr txBox="1"/>
          <p:nvPr/>
        </p:nvSpPr>
        <p:spPr>
          <a:xfrm>
            <a:off x="1790395" y="5783580"/>
            <a:ext cx="9068105" cy="161825"/>
          </a:xfrm>
          <a:prstGeom prst="rect">
            <a:avLst/>
          </a:prstGeom>
          <a:noFill/>
          <a:ln/>
        </p:spPr>
        <p:txBody>
          <a:bodyPr wrap="square" lIns="0" tIns="0" rIns="0" bIns="0" rtlCol="0" anchor="ctr"/>
          <a:lstStyle/>
          <a:p>
            <a:r>
              <a:rPr lang="en-US" sz="1200" dirty="0">
                <a:solidFill>
                  <a:srgbClr val="FFFFFF">
                    <a:alpha val="80000"/>
                  </a:srgbClr>
                </a:solidFill>
                <a:latin typeface="Poppins" pitchFamily="34" charset="0"/>
                <a:ea typeface="Poppins" pitchFamily="34" charset="-122"/>
                <a:cs typeface="Poppins" pitchFamily="34" charset="-120"/>
              </a:rPr>
              <a:t>MS-SSIM: Wang, Z., et al. (2003). Multiscale structural similarity for image quality assessment.</a:t>
            </a:r>
            <a:endParaRPr lang="en-US" sz="1200" dirty="0"/>
          </a:p>
        </p:txBody>
      </p:sp>
      <p:pic>
        <p:nvPicPr>
          <p:cNvPr id="30" name="Picture 29">
            <a:extLst>
              <a:ext uri="{FF2B5EF4-FFF2-40B4-BE49-F238E27FC236}">
                <a16:creationId xmlns:a16="http://schemas.microsoft.com/office/drawing/2014/main" id="{135E3709-F1C8-6E84-EA51-720EFCF71B26}"/>
              </a:ext>
            </a:extLst>
          </p:cNvPr>
          <p:cNvPicPr>
            <a:picLocks noChangeAspect="1"/>
          </p:cNvPicPr>
          <p:nvPr/>
        </p:nvPicPr>
        <p:blipFill>
          <a:blip r:embed="rId8"/>
          <a:stretch>
            <a:fillRect/>
          </a:stretch>
        </p:blipFill>
        <p:spPr>
          <a:xfrm>
            <a:off x="5292164" y="227710"/>
            <a:ext cx="1607366" cy="783591"/>
          </a:xfrm>
          <a:prstGeom prst="rect">
            <a:avLst/>
          </a:prstGeom>
        </p:spPr>
      </p:pic>
      <p:sp>
        <p:nvSpPr>
          <p:cNvPr id="32" name="Shape 1">
            <a:extLst>
              <a:ext uri="{FF2B5EF4-FFF2-40B4-BE49-F238E27FC236}">
                <a16:creationId xmlns:a16="http://schemas.microsoft.com/office/drawing/2014/main" id="{3E27E131-AC1D-E75C-0267-02565ACC1BC3}"/>
              </a:ext>
            </a:extLst>
          </p:cNvPr>
          <p:cNvSpPr/>
          <p:nvPr/>
        </p:nvSpPr>
        <p:spPr>
          <a:xfrm>
            <a:off x="571500" y="259714"/>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33" name="Picture 32">
            <a:extLst>
              <a:ext uri="{FF2B5EF4-FFF2-40B4-BE49-F238E27FC236}">
                <a16:creationId xmlns:a16="http://schemas.microsoft.com/office/drawing/2014/main" id="{1D876DBE-D402-1B41-B952-69F6F5BF98C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14101" y="390016"/>
            <a:ext cx="9163491" cy="586435"/>
          </a:xfrm>
          <a:prstGeom prst="rect">
            <a:avLst/>
          </a:prstGeom>
        </p:spPr>
      </p:pic>
      <p:sp>
        <p:nvSpPr>
          <p:cNvPr id="31" name="Shape 9">
            <a:extLst>
              <a:ext uri="{FF2B5EF4-FFF2-40B4-BE49-F238E27FC236}">
                <a16:creationId xmlns:a16="http://schemas.microsoft.com/office/drawing/2014/main" id="{6BB9C49A-067A-ACF9-AD3D-BB2053FBBB27}"/>
              </a:ext>
            </a:extLst>
          </p:cNvPr>
          <p:cNvSpPr/>
          <p:nvPr/>
        </p:nvSpPr>
        <p:spPr>
          <a:xfrm>
            <a:off x="1068839" y="4288536"/>
            <a:ext cx="476402" cy="476402"/>
          </a:xfrm>
          <a:prstGeom prst="ellipse">
            <a:avLst/>
          </a:prstGeom>
          <a:solidFill>
            <a:srgbClr val="273383">
              <a:alpha val="50000"/>
            </a:srgbClr>
          </a:solidFill>
          <a:ln w="25400">
            <a:solidFill>
              <a:srgbClr val="AEFF82"/>
            </a:solidFill>
            <a:prstDash val="solid"/>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TotalTime>
  <Words>1142</Words>
  <Application>Microsoft Office PowerPoint</Application>
  <PresentationFormat>Widescreen</PresentationFormat>
  <Paragraphs>114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Poppins</vt:lpstr>
      <vt:lpstr>ui-monospace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Arshitha Rajkumar</cp:lastModifiedBy>
  <cp:revision>3</cp:revision>
  <dcterms:created xsi:type="dcterms:W3CDTF">2026-01-15T05:38:47Z</dcterms:created>
  <dcterms:modified xsi:type="dcterms:W3CDTF">2026-08-16T17:24:38Z</dcterms:modified>
</cp:coreProperties>
</file>